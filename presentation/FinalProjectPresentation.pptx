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99FB9F-DED4-47CB-982B-55947173799A}" v="24" dt="2023-12-10T20:22:13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nt Bartow-Winstel" userId="8156393330af6d9d" providerId="LiveId" clId="{9F99FB9F-DED4-47CB-982B-55947173799A}"/>
    <pc:docChg chg="undo custSel addSld modSld">
      <pc:chgData name="Grant Bartow-Winstel" userId="8156393330af6d9d" providerId="LiveId" clId="{9F99FB9F-DED4-47CB-982B-55947173799A}" dt="2023-12-10T21:13:20.181" v="3036" actId="20577"/>
      <pc:docMkLst>
        <pc:docMk/>
      </pc:docMkLst>
      <pc:sldChg chg="addSp delSp modSp mod setBg">
        <pc:chgData name="Grant Bartow-Winstel" userId="8156393330af6d9d" providerId="LiveId" clId="{9F99FB9F-DED4-47CB-982B-55947173799A}" dt="2023-12-09T18:29:47.582" v="984" actId="26606"/>
        <pc:sldMkLst>
          <pc:docMk/>
          <pc:sldMk cId="3272605708" sldId="257"/>
        </pc:sldMkLst>
        <pc:spChg chg="add del">
          <ac:chgData name="Grant Bartow-Winstel" userId="8156393330af6d9d" providerId="LiveId" clId="{9F99FB9F-DED4-47CB-982B-55947173799A}" dt="2023-12-09T18:29:40.918" v="981" actId="26606"/>
          <ac:spMkLst>
            <pc:docMk/>
            <pc:sldMk cId="3272605708" sldId="257"/>
            <ac:spMk id="2" creationId="{420AC0C4-3E3C-826C-A37E-6BE9C71F6EA6}"/>
          </ac:spMkLst>
        </pc:spChg>
        <pc:spChg chg="add del">
          <ac:chgData name="Grant Bartow-Winstel" userId="8156393330af6d9d" providerId="LiveId" clId="{9F99FB9F-DED4-47CB-982B-55947173799A}" dt="2023-12-09T18:29:33.656" v="972" actId="26606"/>
          <ac:spMkLst>
            <pc:docMk/>
            <pc:sldMk cId="3272605708" sldId="257"/>
            <ac:spMk id="2" creationId="{8BF2F3D9-F446-E080-9FC0-D14771FBF912}"/>
          </ac:spMkLst>
        </pc:spChg>
        <pc:spChg chg="add del">
          <ac:chgData name="Grant Bartow-Winstel" userId="8156393330af6d9d" providerId="LiveId" clId="{9F99FB9F-DED4-47CB-982B-55947173799A}" dt="2023-12-09T18:29:47.582" v="984" actId="26606"/>
          <ac:spMkLst>
            <pc:docMk/>
            <pc:sldMk cId="3272605708" sldId="257"/>
            <ac:spMk id="2" creationId="{B21A57DF-C2D9-72D4-5C9F-9886C05A2991}"/>
          </ac:spMkLst>
        </pc:spChg>
        <pc:spChg chg="add del">
          <ac:chgData name="Grant Bartow-Winstel" userId="8156393330af6d9d" providerId="LiveId" clId="{9F99FB9F-DED4-47CB-982B-55947173799A}" dt="2023-12-09T18:29:38.095" v="975" actId="26606"/>
          <ac:spMkLst>
            <pc:docMk/>
            <pc:sldMk cId="3272605708" sldId="257"/>
            <ac:spMk id="2" creationId="{C5F93351-6702-D27E-EEB1-11C99BF88BE5}"/>
          </ac:spMkLst>
        </pc:spChg>
        <pc:spChg chg="add del mod replId">
          <ac:chgData name="Grant Bartow-Winstel" userId="8156393330af6d9d" providerId="LiveId" clId="{9F99FB9F-DED4-47CB-982B-55947173799A}" dt="2023-12-09T18:29:47.582" v="984" actId="26606"/>
          <ac:spMkLst>
            <pc:docMk/>
            <pc:sldMk cId="3272605708" sldId="257"/>
            <ac:spMk id="2" creationId="{EC75373F-A064-1B2E-6144-5D34914AFECC}"/>
          </ac:spMkLst>
        </pc:spChg>
        <pc:spChg chg="add del mod">
          <ac:chgData name="Grant Bartow-Winstel" userId="8156393330af6d9d" providerId="LiveId" clId="{9F99FB9F-DED4-47CB-982B-55947173799A}" dt="2023-12-09T18:29:47.582" v="984" actId="26606"/>
          <ac:spMkLst>
            <pc:docMk/>
            <pc:sldMk cId="3272605708" sldId="257"/>
            <ac:spMk id="3" creationId="{3AEB92E1-D80B-C98F-6316-363F64C971BF}"/>
          </ac:spMkLst>
        </pc:spChg>
        <pc:spChg chg="add del">
          <ac:chgData name="Grant Bartow-Winstel" userId="8156393330af6d9d" providerId="LiveId" clId="{9F99FB9F-DED4-47CB-982B-55947173799A}" dt="2023-12-09T18:29:33.656" v="972" actId="26606"/>
          <ac:spMkLst>
            <pc:docMk/>
            <pc:sldMk cId="3272605708" sldId="257"/>
            <ac:spMk id="9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8:29:33.656" v="972" actId="26606"/>
          <ac:spMkLst>
            <pc:docMk/>
            <pc:sldMk cId="3272605708" sldId="257"/>
            <ac:spMk id="11" creationId="{3F3A0F6C-EB8F-4A4C-8258-23F6D815E0E0}"/>
          </ac:spMkLst>
        </pc:spChg>
        <pc:spChg chg="add del">
          <ac:chgData name="Grant Bartow-Winstel" userId="8156393330af6d9d" providerId="LiveId" clId="{9F99FB9F-DED4-47CB-982B-55947173799A}" dt="2023-12-09T18:29:33.656" v="972" actId="26606"/>
          <ac:spMkLst>
            <pc:docMk/>
            <pc:sldMk cId="3272605708" sldId="257"/>
            <ac:spMk id="13" creationId="{6A9C92F4-A4A4-42E0-9391-C666AAED1E6A}"/>
          </ac:spMkLst>
        </pc:spChg>
        <pc:spChg chg="add del">
          <ac:chgData name="Grant Bartow-Winstel" userId="8156393330af6d9d" providerId="LiveId" clId="{9F99FB9F-DED4-47CB-982B-55947173799A}" dt="2023-12-09T18:29:38.095" v="975" actId="26606"/>
          <ac:spMkLst>
            <pc:docMk/>
            <pc:sldMk cId="3272605708" sldId="257"/>
            <ac:spMk id="15" creationId="{F493E929-55A8-46F3-836C-1C37C8975B9D}"/>
          </ac:spMkLst>
        </pc:spChg>
        <pc:spChg chg="add del">
          <ac:chgData name="Grant Bartow-Winstel" userId="8156393330af6d9d" providerId="LiveId" clId="{9F99FB9F-DED4-47CB-982B-55947173799A}" dt="2023-12-09T18:29:38.095" v="975" actId="26606"/>
          <ac:spMkLst>
            <pc:docMk/>
            <pc:sldMk cId="3272605708" sldId="257"/>
            <ac:spMk id="16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8:29:38.095" v="975" actId="26606"/>
          <ac:spMkLst>
            <pc:docMk/>
            <pc:sldMk cId="3272605708" sldId="257"/>
            <ac:spMk id="17" creationId="{F95E8271-D5FF-4A58-A151-6D825CF02D64}"/>
          </ac:spMkLst>
        </pc:spChg>
        <pc:spChg chg="add del">
          <ac:chgData name="Grant Bartow-Winstel" userId="8156393330af6d9d" providerId="LiveId" clId="{9F99FB9F-DED4-47CB-982B-55947173799A}" dt="2023-12-09T18:29:38.095" v="975" actId="26606"/>
          <ac:spMkLst>
            <pc:docMk/>
            <pc:sldMk cId="3272605708" sldId="257"/>
            <ac:spMk id="18" creationId="{E65E7DAE-0831-45F9-BBA2-9BBD2E397C0B}"/>
          </ac:spMkLst>
        </pc:spChg>
        <pc:spChg chg="add del">
          <ac:chgData name="Grant Bartow-Winstel" userId="8156393330af6d9d" providerId="LiveId" clId="{9F99FB9F-DED4-47CB-982B-55947173799A}" dt="2023-12-09T18:29:39.081" v="978" actId="26606"/>
          <ac:spMkLst>
            <pc:docMk/>
            <pc:sldMk cId="3272605708" sldId="257"/>
            <ac:spMk id="21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8:29:39.081" v="978" actId="26606"/>
          <ac:spMkLst>
            <pc:docMk/>
            <pc:sldMk cId="3272605708" sldId="257"/>
            <ac:spMk id="23" creationId="{3362A0EA-3E81-4464-94B8-70BE5870EDC0}"/>
          </ac:spMkLst>
        </pc:spChg>
        <pc:spChg chg="add del">
          <ac:chgData name="Grant Bartow-Winstel" userId="8156393330af6d9d" providerId="LiveId" clId="{9F99FB9F-DED4-47CB-982B-55947173799A}" dt="2023-12-09T18:29:39.081" v="978" actId="26606"/>
          <ac:spMkLst>
            <pc:docMk/>
            <pc:sldMk cId="3272605708" sldId="257"/>
            <ac:spMk id="24" creationId="{DFB40196-8F2A-1143-AB22-9E755A222140}"/>
          </ac:spMkLst>
        </pc:spChg>
        <pc:spChg chg="add del">
          <ac:chgData name="Grant Bartow-Winstel" userId="8156393330af6d9d" providerId="LiveId" clId="{9F99FB9F-DED4-47CB-982B-55947173799A}" dt="2023-12-09T18:29:40.918" v="981" actId="26606"/>
          <ac:spMkLst>
            <pc:docMk/>
            <pc:sldMk cId="3272605708" sldId="257"/>
            <ac:spMk id="26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8:29:40.918" v="981" actId="26606"/>
          <ac:spMkLst>
            <pc:docMk/>
            <pc:sldMk cId="3272605708" sldId="257"/>
            <ac:spMk id="27" creationId="{6A13B60C-56B1-46B4-98A6-1482A52E76C2}"/>
          </ac:spMkLst>
        </pc:spChg>
        <pc:spChg chg="add del">
          <ac:chgData name="Grant Bartow-Winstel" userId="8156393330af6d9d" providerId="LiveId" clId="{9F99FB9F-DED4-47CB-982B-55947173799A}" dt="2023-12-09T18:29:40.918" v="981" actId="26606"/>
          <ac:spMkLst>
            <pc:docMk/>
            <pc:sldMk cId="3272605708" sldId="257"/>
            <ac:spMk id="28" creationId="{F024A8E9-062E-406A-BE10-CED2800110DB}"/>
          </ac:spMkLst>
        </pc:spChg>
        <pc:spChg chg="add del">
          <ac:chgData name="Grant Bartow-Winstel" userId="8156393330af6d9d" providerId="LiveId" clId="{9F99FB9F-DED4-47CB-982B-55947173799A}" dt="2023-12-09T18:29:47.582" v="984" actId="26606"/>
          <ac:spMkLst>
            <pc:docMk/>
            <pc:sldMk cId="3272605708" sldId="257"/>
            <ac:spMk id="31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8:29:47.582" v="984" actId="26606"/>
          <ac:spMkLst>
            <pc:docMk/>
            <pc:sldMk cId="3272605708" sldId="257"/>
            <ac:spMk id="33" creationId="{3362A0EA-3E81-4464-94B8-70BE5870EDC0}"/>
          </ac:spMkLst>
        </pc:spChg>
        <pc:spChg chg="add del">
          <ac:chgData name="Grant Bartow-Winstel" userId="8156393330af6d9d" providerId="LiveId" clId="{9F99FB9F-DED4-47CB-982B-55947173799A}" dt="2023-12-09T18:29:47.582" v="984" actId="26606"/>
          <ac:spMkLst>
            <pc:docMk/>
            <pc:sldMk cId="3272605708" sldId="257"/>
            <ac:spMk id="34" creationId="{DFB40196-8F2A-1143-AB22-9E755A222140}"/>
          </ac:spMkLst>
        </pc:spChg>
        <pc:graphicFrameChg chg="add del">
          <ac:chgData name="Grant Bartow-Winstel" userId="8156393330af6d9d" providerId="LiveId" clId="{9F99FB9F-DED4-47CB-982B-55947173799A}" dt="2023-12-09T18:29:33.656" v="972" actId="26606"/>
          <ac:graphicFrameMkLst>
            <pc:docMk/>
            <pc:sldMk cId="3272605708" sldId="257"/>
            <ac:graphicFrameMk id="5" creationId="{BEC09109-C545-51FF-7409-95F90AAB10DA}"/>
          </ac:graphicFrameMkLst>
        </pc:graphicFrameChg>
        <pc:graphicFrameChg chg="add del">
          <ac:chgData name="Grant Bartow-Winstel" userId="8156393330af6d9d" providerId="LiveId" clId="{9F99FB9F-DED4-47CB-982B-55947173799A}" dt="2023-12-09T18:29:38.095" v="975" actId="26606"/>
          <ac:graphicFrameMkLst>
            <pc:docMk/>
            <pc:sldMk cId="3272605708" sldId="257"/>
            <ac:graphicFrameMk id="19" creationId="{D716233E-B863-733C-EEA2-5A37CE2CDC1A}"/>
          </ac:graphicFrameMkLst>
        </pc:graphicFrameChg>
        <pc:graphicFrameChg chg="add del">
          <ac:chgData name="Grant Bartow-Winstel" userId="8156393330af6d9d" providerId="LiveId" clId="{9F99FB9F-DED4-47CB-982B-55947173799A}" dt="2023-12-09T18:29:40.918" v="981" actId="26606"/>
          <ac:graphicFrameMkLst>
            <pc:docMk/>
            <pc:sldMk cId="3272605708" sldId="257"/>
            <ac:graphicFrameMk id="29" creationId="{81458AEA-5F59-E5C1-90A9-B20E6B49380D}"/>
          </ac:graphicFrameMkLst>
        </pc:graphicFrameChg>
        <pc:picChg chg="add del">
          <ac:chgData name="Grant Bartow-Winstel" userId="8156393330af6d9d" providerId="LiveId" clId="{9F99FB9F-DED4-47CB-982B-55947173799A}" dt="2023-12-09T18:29:39.081" v="978" actId="26606"/>
          <ac:picMkLst>
            <pc:docMk/>
            <pc:sldMk cId="3272605708" sldId="257"/>
            <ac:picMk id="22" creationId="{C6D0D46B-4F6B-4824-9B72-082F669A16B8}"/>
          </ac:picMkLst>
        </pc:picChg>
        <pc:picChg chg="add del">
          <ac:chgData name="Grant Bartow-Winstel" userId="8156393330af6d9d" providerId="LiveId" clId="{9F99FB9F-DED4-47CB-982B-55947173799A}" dt="2023-12-09T18:29:47.582" v="984" actId="26606"/>
          <ac:picMkLst>
            <pc:docMk/>
            <pc:sldMk cId="3272605708" sldId="257"/>
            <ac:picMk id="32" creationId="{C6D0D46B-4F6B-4824-9B72-082F669A16B8}"/>
          </ac:picMkLst>
        </pc:picChg>
      </pc:sldChg>
      <pc:sldChg chg="addSp delSp modSp mod setBg">
        <pc:chgData name="Grant Bartow-Winstel" userId="8156393330af6d9d" providerId="LiveId" clId="{9F99FB9F-DED4-47CB-982B-55947173799A}" dt="2023-12-09T18:30:50.753" v="997" actId="20577"/>
        <pc:sldMkLst>
          <pc:docMk/>
          <pc:sldMk cId="4196871743" sldId="259"/>
        </pc:sldMkLst>
        <pc:spChg chg="add del">
          <ac:chgData name="Grant Bartow-Winstel" userId="8156393330af6d9d" providerId="LiveId" clId="{9F99FB9F-DED4-47CB-982B-55947173799A}" dt="2023-12-09T16:55:49.319" v="196" actId="26606"/>
          <ac:spMkLst>
            <pc:docMk/>
            <pc:sldMk cId="4196871743" sldId="259"/>
            <ac:spMk id="2" creationId="{28CE5AF3-3D64-5AAB-44AD-C9C2B8867E6F}"/>
          </ac:spMkLst>
        </pc:spChg>
        <pc:spChg chg="add mod">
          <ac:chgData name="Grant Bartow-Winstel" userId="8156393330af6d9d" providerId="LiveId" clId="{9F99FB9F-DED4-47CB-982B-55947173799A}" dt="2023-12-09T17:45:25.326" v="941" actId="20577"/>
          <ac:spMkLst>
            <pc:docMk/>
            <pc:sldMk cId="4196871743" sldId="259"/>
            <ac:spMk id="2" creationId="{618C7FAC-A3FD-F8FC-9774-BC86B87FED80}"/>
          </ac:spMkLst>
        </pc:spChg>
        <pc:spChg chg="add del">
          <ac:chgData name="Grant Bartow-Winstel" userId="8156393330af6d9d" providerId="LiveId" clId="{9F99FB9F-DED4-47CB-982B-55947173799A}" dt="2023-12-09T16:55:49.319" v="196" actId="26606"/>
          <ac:spMkLst>
            <pc:docMk/>
            <pc:sldMk cId="4196871743" sldId="259"/>
            <ac:spMk id="3" creationId="{18D8DCD2-6FB4-A540-E92F-3DFA6A147922}"/>
          </ac:spMkLst>
        </pc:spChg>
        <pc:spChg chg="add mod">
          <ac:chgData name="Grant Bartow-Winstel" userId="8156393330af6d9d" providerId="LiveId" clId="{9F99FB9F-DED4-47CB-982B-55947173799A}" dt="2023-12-09T18:30:50.753" v="997" actId="20577"/>
          <ac:spMkLst>
            <pc:docMk/>
            <pc:sldMk cId="4196871743" sldId="259"/>
            <ac:spMk id="3" creationId="{3D15C512-7AF9-ABEC-3EFC-E179F94834B2}"/>
          </ac:spMkLst>
        </pc:spChg>
        <pc:spChg chg="add del">
          <ac:chgData name="Grant Bartow-Winstel" userId="8156393330af6d9d" providerId="LiveId" clId="{9F99FB9F-DED4-47CB-982B-55947173799A}" dt="2023-12-09T16:55:49.319" v="196" actId="26606"/>
          <ac:spMkLst>
            <pc:docMk/>
            <pc:sldMk cId="4196871743" sldId="259"/>
            <ac:spMk id="9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6:55:49.319" v="196" actId="26606"/>
          <ac:spMkLst>
            <pc:docMk/>
            <pc:sldMk cId="4196871743" sldId="259"/>
            <ac:spMk id="11" creationId="{3362A0EA-3E81-4464-94B8-70BE5870EDC0}"/>
          </ac:spMkLst>
        </pc:spChg>
        <pc:spChg chg="add del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13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15" creationId="{E633B38B-B87A-4288-A20F-0223A6C27A5A}"/>
          </ac:spMkLst>
        </pc:spChg>
        <pc:spChg chg="add del mod replId">
          <ac:chgData name="Grant Bartow-Winstel" userId="8156393330af6d9d" providerId="LiveId" clId="{9F99FB9F-DED4-47CB-982B-55947173799A}" dt="2023-12-09T16:55:49.335" v="198" actId="26606"/>
          <ac:spMkLst>
            <pc:docMk/>
            <pc:sldMk cId="4196871743" sldId="259"/>
            <ac:spMk id="16" creationId="{D29FE18C-C736-78DF-AFA2-D55B57C4BCB1}"/>
          </ac:spMkLst>
        </pc:spChg>
        <pc:spChg chg="add del mod replId">
          <ac:chgData name="Grant Bartow-Winstel" userId="8156393330af6d9d" providerId="LiveId" clId="{9F99FB9F-DED4-47CB-982B-55947173799A}" dt="2023-12-09T16:55:49.335" v="198" actId="26606"/>
          <ac:spMkLst>
            <pc:docMk/>
            <pc:sldMk cId="4196871743" sldId="259"/>
            <ac:spMk id="17" creationId="{24A8386C-CF03-3399-39DF-B3BD28435FC9}"/>
          </ac:spMkLst>
        </pc:spChg>
        <pc:spChg chg="add del mod replId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18" creationId="{05170634-B563-4C35-5C4D-6C921DDA5673}"/>
          </ac:spMkLst>
        </pc:spChg>
        <pc:spChg chg="add del mod replId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19" creationId="{6DB185D3-4ECD-D284-17EA-F107D8BF6BDF}"/>
          </ac:spMkLst>
        </pc:spChg>
        <pc:spChg chg="add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20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22" creationId="{3D065C6D-EB42-400B-99C4-D0ACE936F6C3}"/>
          </ac:spMkLst>
        </pc:spChg>
        <pc:spChg chg="add">
          <ac:chgData name="Grant Bartow-Winstel" userId="8156393330af6d9d" providerId="LiveId" clId="{9F99FB9F-DED4-47CB-982B-55947173799A}" dt="2023-12-09T16:56:02.272" v="200" actId="26606"/>
          <ac:spMkLst>
            <pc:docMk/>
            <pc:sldMk cId="4196871743" sldId="259"/>
            <ac:spMk id="24" creationId="{3362A0EA-3E81-4464-94B8-70BE5870EDC0}"/>
          </ac:spMkLst>
        </pc:spChg>
        <pc:picChg chg="add del">
          <ac:chgData name="Grant Bartow-Winstel" userId="8156393330af6d9d" providerId="LiveId" clId="{9F99FB9F-DED4-47CB-982B-55947173799A}" dt="2023-12-09T16:55:49.319" v="196" actId="26606"/>
          <ac:picMkLst>
            <pc:docMk/>
            <pc:sldMk cId="4196871743" sldId="259"/>
            <ac:picMk id="5" creationId="{F4329E03-ADFB-9C70-7417-DC4940FB87F4}"/>
          </ac:picMkLst>
        </pc:picChg>
        <pc:picChg chg="add">
          <ac:chgData name="Grant Bartow-Winstel" userId="8156393330af6d9d" providerId="LiveId" clId="{9F99FB9F-DED4-47CB-982B-55947173799A}" dt="2023-12-09T16:56:02.272" v="200" actId="26606"/>
          <ac:picMkLst>
            <pc:docMk/>
            <pc:sldMk cId="4196871743" sldId="259"/>
            <ac:picMk id="14" creationId="{3A1AE3A9-B816-9C4E-3401-F0A579EF8673}"/>
          </ac:picMkLst>
        </pc:picChg>
        <pc:picChg chg="add del mod replId">
          <ac:chgData name="Grant Bartow-Winstel" userId="8156393330af6d9d" providerId="LiveId" clId="{9F99FB9F-DED4-47CB-982B-55947173799A}" dt="2023-12-09T16:56:02.272" v="200" actId="26606"/>
          <ac:picMkLst>
            <pc:docMk/>
            <pc:sldMk cId="4196871743" sldId="259"/>
            <ac:picMk id="17" creationId="{76104E1F-E70D-F6C5-3D39-5F81AD913D1D}"/>
          </ac:picMkLst>
        </pc:picChg>
      </pc:sldChg>
      <pc:sldChg chg="addSp delSp modSp mod setBg modClrScheme delDesignElem chgLayout">
        <pc:chgData name="Grant Bartow-Winstel" userId="8156393330af6d9d" providerId="LiveId" clId="{9F99FB9F-DED4-47CB-982B-55947173799A}" dt="2023-12-10T17:13:17.074" v="1779" actId="20577"/>
        <pc:sldMkLst>
          <pc:docMk/>
          <pc:sldMk cId="4192309656" sldId="260"/>
        </pc:sldMkLst>
        <pc:spChg chg="add">
          <ac:chgData name="Grant Bartow-Winstel" userId="8156393330af6d9d" providerId="LiveId" clId="{9F99FB9F-DED4-47CB-982B-55947173799A}" dt="2023-12-10T16:46:16.703" v="1285" actId="26606"/>
          <ac:spMkLst>
            <pc:docMk/>
            <pc:sldMk cId="4192309656" sldId="260"/>
            <ac:spMk id="2" creationId="{1B4BD471-8141-7229-F9B5-CAC7F8C9554F}"/>
          </ac:spMkLst>
        </pc:spChg>
        <pc:spChg chg="del">
          <ac:chgData name="Grant Bartow-Winstel" userId="8156393330af6d9d" providerId="LiveId" clId="{9F99FB9F-DED4-47CB-982B-55947173799A}" dt="2023-12-10T16:39:07.575" v="1253" actId="931"/>
          <ac:spMkLst>
            <pc:docMk/>
            <pc:sldMk cId="4192309656" sldId="260"/>
            <ac:spMk id="3" creationId="{0CC1C1EA-37B1-3F87-4A0F-5A262246B2F6}"/>
          </ac:spMkLst>
        </pc:spChg>
        <pc:spChg chg="add del mod ord">
          <ac:chgData name="Grant Bartow-Winstel" userId="8156393330af6d9d" providerId="LiveId" clId="{9F99FB9F-DED4-47CB-982B-55947173799A}" dt="2023-12-10T16:45:45.937" v="1277" actId="700"/>
          <ac:spMkLst>
            <pc:docMk/>
            <pc:sldMk cId="4192309656" sldId="260"/>
            <ac:spMk id="6" creationId="{B816711D-C09E-B585-FB03-7D3C7D95B6A8}"/>
          </ac:spMkLst>
        </pc:spChg>
        <pc:spChg chg="del mod replId">
          <ac:chgData name="Grant Bartow-Winstel" userId="8156393330af6d9d" providerId="LiveId" clId="{9F99FB9F-DED4-47CB-982B-55947173799A}" dt="2023-12-10T16:39:37.210" v="1260" actId="26606"/>
          <ac:spMkLst>
            <pc:docMk/>
            <pc:sldMk cId="4192309656" sldId="260"/>
            <ac:spMk id="7" creationId="{1EDA378E-49F6-35DF-9AC2-E8B23250545B}"/>
          </ac:spMkLst>
        </pc:spChg>
        <pc:spChg chg="add del mod ord">
          <ac:chgData name="Grant Bartow-Winstel" userId="8156393330af6d9d" providerId="LiveId" clId="{9F99FB9F-DED4-47CB-982B-55947173799A}" dt="2023-12-10T16:40:21.748" v="1264" actId="700"/>
          <ac:spMkLst>
            <pc:docMk/>
            <pc:sldMk cId="4192309656" sldId="260"/>
            <ac:spMk id="9" creationId="{B679C8A7-8A7C-6968-82FE-158ECF86DEC0}"/>
          </ac:spMkLst>
        </pc:spChg>
        <pc:spChg chg="add del mod ord">
          <ac:chgData name="Grant Bartow-Winstel" userId="8156393330af6d9d" providerId="LiveId" clId="{9F99FB9F-DED4-47CB-982B-55947173799A}" dt="2023-12-10T16:45:45.937" v="1277" actId="700"/>
          <ac:spMkLst>
            <pc:docMk/>
            <pc:sldMk cId="4192309656" sldId="260"/>
            <ac:spMk id="10" creationId="{20A94071-5A38-F91C-05DC-C66444CF8932}"/>
          </ac:spMkLst>
        </pc:spChg>
        <pc:spChg chg="add del">
          <ac:chgData name="Grant Bartow-Winstel" userId="8156393330af6d9d" providerId="LiveId" clId="{9F99FB9F-DED4-47CB-982B-55947173799A}" dt="2023-12-10T16:40:21.748" v="1264" actId="700"/>
          <ac:spMkLst>
            <pc:docMk/>
            <pc:sldMk cId="4192309656" sldId="260"/>
            <ac:spMk id="12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10T16:40:21.748" v="1264" actId="700"/>
          <ac:spMkLst>
            <pc:docMk/>
            <pc:sldMk cId="4192309656" sldId="260"/>
            <ac:spMk id="14" creationId="{3D065C6D-EB42-400B-99C4-D0ACE936F6C3}"/>
          </ac:spMkLst>
        </pc:spChg>
        <pc:spChg chg="add del">
          <ac:chgData name="Grant Bartow-Winstel" userId="8156393330af6d9d" providerId="LiveId" clId="{9F99FB9F-DED4-47CB-982B-55947173799A}" dt="2023-12-10T16:40:21.748" v="1264" actId="700"/>
          <ac:spMkLst>
            <pc:docMk/>
            <pc:sldMk cId="4192309656" sldId="260"/>
            <ac:spMk id="16" creationId="{3362A0EA-3E81-4464-94B8-70BE5870EDC0}"/>
          </ac:spMkLst>
        </pc:spChg>
        <pc:spChg chg="add del mod ord">
          <ac:chgData name="Grant Bartow-Winstel" userId="8156393330af6d9d" providerId="LiveId" clId="{9F99FB9F-DED4-47CB-982B-55947173799A}" dt="2023-12-10T16:45:55.004" v="1278" actId="931"/>
          <ac:spMkLst>
            <pc:docMk/>
            <pc:sldMk cId="4192309656" sldId="260"/>
            <ac:spMk id="18" creationId="{81910A03-6A85-D67A-8790-8B79D213E530}"/>
          </ac:spMkLst>
        </pc:spChg>
        <pc:spChg chg="add del mod ord replId">
          <ac:chgData name="Grant Bartow-Winstel" userId="8156393330af6d9d" providerId="LiveId" clId="{9F99FB9F-DED4-47CB-982B-55947173799A}" dt="2023-12-10T16:46:16.703" v="1285" actId="26606"/>
          <ac:spMkLst>
            <pc:docMk/>
            <pc:sldMk cId="4192309656" sldId="260"/>
            <ac:spMk id="22" creationId="{3FE5CF24-D09C-52B9-A0C1-211B218FFABF}"/>
          </ac:spMkLst>
        </pc:spChg>
        <pc:spChg chg="add mod">
          <ac:chgData name="Grant Bartow-Winstel" userId="8156393330af6d9d" providerId="LiveId" clId="{9F99FB9F-DED4-47CB-982B-55947173799A}" dt="2023-12-10T17:13:17.074" v="1779" actId="20577"/>
          <ac:spMkLst>
            <pc:docMk/>
            <pc:sldMk cId="4192309656" sldId="260"/>
            <ac:spMk id="24" creationId="{3D38773D-7F34-999D-450A-D210ACD81E33}"/>
          </ac:spMkLst>
        </pc:spChg>
        <pc:spChg chg="add">
          <ac:chgData name="Grant Bartow-Winstel" userId="8156393330af6d9d" providerId="LiveId" clId="{9F99FB9F-DED4-47CB-982B-55947173799A}" dt="2023-12-10T16:46:16.703" v="1285" actId="26606"/>
          <ac:spMkLst>
            <pc:docMk/>
            <pc:sldMk cId="4192309656" sldId="260"/>
            <ac:spMk id="27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10T16:46:16.703" v="1285" actId="26606"/>
          <ac:spMkLst>
            <pc:docMk/>
            <pc:sldMk cId="4192309656" sldId="260"/>
            <ac:spMk id="29" creationId="{3D065C6D-EB42-400B-99C4-D0ACE936F6C3}"/>
          </ac:spMkLst>
        </pc:spChg>
        <pc:spChg chg="add">
          <ac:chgData name="Grant Bartow-Winstel" userId="8156393330af6d9d" providerId="LiveId" clId="{9F99FB9F-DED4-47CB-982B-55947173799A}" dt="2023-12-10T16:46:16.703" v="1285" actId="26606"/>
          <ac:spMkLst>
            <pc:docMk/>
            <pc:sldMk cId="4192309656" sldId="260"/>
            <ac:spMk id="31" creationId="{3362A0EA-3E81-4464-94B8-70BE5870EDC0}"/>
          </ac:spMkLst>
        </pc:spChg>
        <pc:picChg chg="add del mod">
          <ac:chgData name="Grant Bartow-Winstel" userId="8156393330af6d9d" providerId="LiveId" clId="{9F99FB9F-DED4-47CB-982B-55947173799A}" dt="2023-12-10T16:40:08.972" v="1263" actId="478"/>
          <ac:picMkLst>
            <pc:docMk/>
            <pc:sldMk cId="4192309656" sldId="260"/>
            <ac:picMk id="5" creationId="{D10CA925-0BEC-1EE7-4A13-3DC1942FEDFF}"/>
          </ac:picMkLst>
        </pc:picChg>
        <pc:picChg chg="add del mod replId">
          <ac:chgData name="Grant Bartow-Winstel" userId="8156393330af6d9d" providerId="LiveId" clId="{9F99FB9F-DED4-47CB-982B-55947173799A}" dt="2023-12-10T16:39:37.210" v="1260" actId="26606"/>
          <ac:picMkLst>
            <pc:docMk/>
            <pc:sldMk cId="4192309656" sldId="260"/>
            <ac:picMk id="8" creationId="{35E85439-E50D-D216-7089-1714EFC38092}"/>
          </ac:picMkLst>
        </pc:picChg>
        <pc:picChg chg="add del mod">
          <ac:chgData name="Grant Bartow-Winstel" userId="8156393330af6d9d" providerId="LiveId" clId="{9F99FB9F-DED4-47CB-982B-55947173799A}" dt="2023-12-10T16:45:26.498" v="1271" actId="931"/>
          <ac:picMkLst>
            <pc:docMk/>
            <pc:sldMk cId="4192309656" sldId="260"/>
            <ac:picMk id="13" creationId="{8B51F882-A0F5-3395-8326-B089561438D9}"/>
          </ac:picMkLst>
        </pc:picChg>
        <pc:picChg chg="add del mod">
          <ac:chgData name="Grant Bartow-Winstel" userId="8156393330af6d9d" providerId="LiveId" clId="{9F99FB9F-DED4-47CB-982B-55947173799A}" dt="2023-12-10T16:45:39.843" v="1276" actId="931"/>
          <ac:picMkLst>
            <pc:docMk/>
            <pc:sldMk cId="4192309656" sldId="260"/>
            <ac:picMk id="17" creationId="{8D43BE5F-C433-E27D-A9C5-1DE1E27AE0A8}"/>
          </ac:picMkLst>
        </pc:picChg>
        <pc:picChg chg="add mod">
          <ac:chgData name="Grant Bartow-Winstel" userId="8156393330af6d9d" providerId="LiveId" clId="{9F99FB9F-DED4-47CB-982B-55947173799A}" dt="2023-12-10T16:46:21.059" v="1286" actId="14100"/>
          <ac:picMkLst>
            <pc:docMk/>
            <pc:sldMk cId="4192309656" sldId="260"/>
            <ac:picMk id="20" creationId="{8BB7E620-BF0D-FA45-7FB4-7811FA633840}"/>
          </ac:picMkLst>
        </pc:picChg>
        <pc:picChg chg="add del mod replId">
          <ac:chgData name="Grant Bartow-Winstel" userId="8156393330af6d9d" providerId="LiveId" clId="{9F99FB9F-DED4-47CB-982B-55947173799A}" dt="2023-12-10T16:46:16.703" v="1285" actId="26606"/>
          <ac:picMkLst>
            <pc:docMk/>
            <pc:sldMk cId="4192309656" sldId="260"/>
            <ac:picMk id="23" creationId="{4C50E549-1FEE-1411-C14C-BE246B5FDDCD}"/>
          </ac:picMkLst>
        </pc:picChg>
      </pc:sldChg>
      <pc:sldChg chg="addSp delSp modSp mod setBg">
        <pc:chgData name="Grant Bartow-Winstel" userId="8156393330af6d9d" providerId="LiveId" clId="{9F99FB9F-DED4-47CB-982B-55947173799A}" dt="2023-12-10T21:13:20.181" v="3036" actId="20577"/>
        <pc:sldMkLst>
          <pc:docMk/>
          <pc:sldMk cId="643325612" sldId="261"/>
        </pc:sldMkLst>
        <pc:spChg chg="add del">
          <ac:chgData name="Grant Bartow-Winstel" userId="8156393330af6d9d" providerId="LiveId" clId="{9F99FB9F-DED4-47CB-982B-55947173799A}" dt="2023-12-10T20:03:54.601" v="2290" actId="26606"/>
          <ac:spMkLst>
            <pc:docMk/>
            <pc:sldMk cId="643325612" sldId="261"/>
            <ac:spMk id="2" creationId="{1CBC76B2-11AD-7801-5BDD-860CD9A04A81}"/>
          </ac:spMkLst>
        </pc:spChg>
        <pc:spChg chg="add del">
          <ac:chgData name="Grant Bartow-Winstel" userId="8156393330af6d9d" providerId="LiveId" clId="{9F99FB9F-DED4-47CB-982B-55947173799A}" dt="2023-12-10T20:03:53.450" v="2287" actId="26606"/>
          <ac:spMkLst>
            <pc:docMk/>
            <pc:sldMk cId="643325612" sldId="261"/>
            <ac:spMk id="2" creationId="{270245BF-8B38-4AF4-8B02-AA8FE147D671}"/>
          </ac:spMkLst>
        </pc:spChg>
        <pc:spChg chg="add">
          <ac:chgData name="Grant Bartow-Winstel" userId="8156393330af6d9d" providerId="LiveId" clId="{9F99FB9F-DED4-47CB-982B-55947173799A}" dt="2023-12-10T20:03:54.613" v="2292" actId="26606"/>
          <ac:spMkLst>
            <pc:docMk/>
            <pc:sldMk cId="643325612" sldId="261"/>
            <ac:spMk id="2" creationId="{B9C8526D-3967-D915-2DE5-DB65B15FF2E7}"/>
          </ac:spMkLst>
        </pc:spChg>
        <pc:spChg chg="add del">
          <ac:chgData name="Grant Bartow-Winstel" userId="8156393330af6d9d" providerId="LiveId" clId="{9F99FB9F-DED4-47CB-982B-55947173799A}" dt="2023-12-10T20:03:43.594" v="2283" actId="931"/>
          <ac:spMkLst>
            <pc:docMk/>
            <pc:sldMk cId="643325612" sldId="261"/>
            <ac:spMk id="3" creationId="{2511AAC9-5631-AE9C-2E30-B4C50964DFEE}"/>
          </ac:spMkLst>
        </pc:spChg>
        <pc:spChg chg="add del">
          <ac:chgData name="Grant Bartow-Winstel" userId="8156393330af6d9d" providerId="LiveId" clId="{9F99FB9F-DED4-47CB-982B-55947173799A}" dt="2023-12-10T20:07:35.380" v="2448"/>
          <ac:spMkLst>
            <pc:docMk/>
            <pc:sldMk cId="643325612" sldId="261"/>
            <ac:spMk id="8" creationId="{D4F72AE1-DE2D-9A32-BFC8-50216506B7C2}"/>
          </ac:spMkLst>
        </pc:spChg>
        <pc:spChg chg="add del mod">
          <ac:chgData name="Grant Bartow-Winstel" userId="8156393330af6d9d" providerId="LiveId" clId="{9F99FB9F-DED4-47CB-982B-55947173799A}" dt="2023-12-10T20:07:34.852" v="2447" actId="478"/>
          <ac:spMkLst>
            <pc:docMk/>
            <pc:sldMk cId="643325612" sldId="261"/>
            <ac:spMk id="9" creationId="{6F4E702B-AC7E-AC4C-94E9-2B103ED29197}"/>
          </ac:spMkLst>
        </pc:spChg>
        <pc:spChg chg="add del">
          <ac:chgData name="Grant Bartow-Winstel" userId="8156393330af6d9d" providerId="LiveId" clId="{9F99FB9F-DED4-47CB-982B-55947173799A}" dt="2023-12-10T20:03:53.450" v="2287" actId="26606"/>
          <ac:spMkLst>
            <pc:docMk/>
            <pc:sldMk cId="643325612" sldId="261"/>
            <ac:spMk id="11" creationId="{AF4A900B-F518-45B7-0E9B-B1D4EAC9886A}"/>
          </ac:spMkLst>
        </pc:spChg>
        <pc:spChg chg="add del">
          <ac:chgData name="Grant Bartow-Winstel" userId="8156393330af6d9d" providerId="LiveId" clId="{9F99FB9F-DED4-47CB-982B-55947173799A}" dt="2023-12-10T20:03:53.450" v="2287" actId="26606"/>
          <ac:spMkLst>
            <pc:docMk/>
            <pc:sldMk cId="643325612" sldId="261"/>
            <ac:spMk id="14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10T20:03:53.450" v="2287" actId="26606"/>
          <ac:spMkLst>
            <pc:docMk/>
            <pc:sldMk cId="643325612" sldId="261"/>
            <ac:spMk id="16" creationId="{5F2C5A5A-694B-4287-8BA1-25CE3A342088}"/>
          </ac:spMkLst>
        </pc:spChg>
        <pc:spChg chg="add del">
          <ac:chgData name="Grant Bartow-Winstel" userId="8156393330af6d9d" providerId="LiveId" clId="{9F99FB9F-DED4-47CB-982B-55947173799A}" dt="2023-12-10T20:03:53.450" v="2287" actId="26606"/>
          <ac:spMkLst>
            <pc:docMk/>
            <pc:sldMk cId="643325612" sldId="261"/>
            <ac:spMk id="18" creationId="{B423BB46-9386-40B6-B6A8-70CDDE73419B}"/>
          </ac:spMkLst>
        </pc:spChg>
        <pc:spChg chg="add del">
          <ac:chgData name="Grant Bartow-Winstel" userId="8156393330af6d9d" providerId="LiveId" clId="{9F99FB9F-DED4-47CB-982B-55947173799A}" dt="2023-12-10T20:03:54.601" v="2290" actId="26606"/>
          <ac:spMkLst>
            <pc:docMk/>
            <pc:sldMk cId="643325612" sldId="261"/>
            <ac:spMk id="20" creationId="{63165769-7A47-4E0F-825D-AF1179DF680B}"/>
          </ac:spMkLst>
        </pc:spChg>
        <pc:spChg chg="add del">
          <ac:chgData name="Grant Bartow-Winstel" userId="8156393330af6d9d" providerId="LiveId" clId="{9F99FB9F-DED4-47CB-982B-55947173799A}" dt="2023-12-10T20:03:54.601" v="2290" actId="26606"/>
          <ac:spMkLst>
            <pc:docMk/>
            <pc:sldMk cId="643325612" sldId="261"/>
            <ac:spMk id="21" creationId="{987A0FBA-CC04-4256-A8EB-BB3C543E989C}"/>
          </ac:spMkLst>
        </pc:spChg>
        <pc:spChg chg="add del">
          <ac:chgData name="Grant Bartow-Winstel" userId="8156393330af6d9d" providerId="LiveId" clId="{9F99FB9F-DED4-47CB-982B-55947173799A}" dt="2023-12-10T20:03:54.601" v="2290" actId="26606"/>
          <ac:spMkLst>
            <pc:docMk/>
            <pc:sldMk cId="643325612" sldId="261"/>
            <ac:spMk id="22" creationId="{87733DA8-1BFC-4737-831B-54DCFE42D60A}"/>
          </ac:spMkLst>
        </pc:spChg>
        <pc:spChg chg="add del">
          <ac:chgData name="Grant Bartow-Winstel" userId="8156393330af6d9d" providerId="LiveId" clId="{9F99FB9F-DED4-47CB-982B-55947173799A}" dt="2023-12-10T20:03:54.601" v="2290" actId="26606"/>
          <ac:spMkLst>
            <pc:docMk/>
            <pc:sldMk cId="643325612" sldId="261"/>
            <ac:spMk id="23" creationId="{07836A85-E2B0-48DE-B9E5-8C01D3C9C5B7}"/>
          </ac:spMkLst>
        </pc:spChg>
        <pc:spChg chg="add del">
          <ac:chgData name="Grant Bartow-Winstel" userId="8156393330af6d9d" providerId="LiveId" clId="{9F99FB9F-DED4-47CB-982B-55947173799A}" dt="2023-12-10T20:03:54.601" v="2290" actId="26606"/>
          <ac:spMkLst>
            <pc:docMk/>
            <pc:sldMk cId="643325612" sldId="261"/>
            <ac:spMk id="24" creationId="{BDCA1AF3-DF94-9091-0F8B-46997AE932E7}"/>
          </ac:spMkLst>
        </pc:spChg>
        <pc:spChg chg="add">
          <ac:chgData name="Grant Bartow-Winstel" userId="8156393330af6d9d" providerId="LiveId" clId="{9F99FB9F-DED4-47CB-982B-55947173799A}" dt="2023-12-10T20:03:54.613" v="2292" actId="26606"/>
          <ac:spMkLst>
            <pc:docMk/>
            <pc:sldMk cId="643325612" sldId="261"/>
            <ac:spMk id="27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10T20:03:54.613" v="2292" actId="26606"/>
          <ac:spMkLst>
            <pc:docMk/>
            <pc:sldMk cId="643325612" sldId="261"/>
            <ac:spMk id="28" creationId="{C75CD783-E708-4711-B23C-5B7B72A3D8F0}"/>
          </ac:spMkLst>
        </pc:spChg>
        <pc:spChg chg="add">
          <ac:chgData name="Grant Bartow-Winstel" userId="8156393330af6d9d" providerId="LiveId" clId="{9F99FB9F-DED4-47CB-982B-55947173799A}" dt="2023-12-10T20:03:54.613" v="2292" actId="26606"/>
          <ac:spMkLst>
            <pc:docMk/>
            <pc:sldMk cId="643325612" sldId="261"/>
            <ac:spMk id="29" creationId="{E633B38B-B87A-4288-A20F-0223A6C27A5A}"/>
          </ac:spMkLst>
        </pc:spChg>
        <pc:spChg chg="add del mod">
          <ac:chgData name="Grant Bartow-Winstel" userId="8156393330af6d9d" providerId="LiveId" clId="{9F99FB9F-DED4-47CB-982B-55947173799A}" dt="2023-12-10T21:13:20.181" v="3036" actId="20577"/>
          <ac:spMkLst>
            <pc:docMk/>
            <pc:sldMk cId="643325612" sldId="261"/>
            <ac:spMk id="30" creationId="{2B963C04-29F5-4B5F-A60F-F6B6550F5CD3}"/>
          </ac:spMkLst>
        </pc:spChg>
        <pc:spChg chg="add del mod replId">
          <ac:chgData name="Grant Bartow-Winstel" userId="8156393330af6d9d" providerId="LiveId" clId="{9F99FB9F-DED4-47CB-982B-55947173799A}" dt="2023-12-10T20:03:54.613" v="2292" actId="26606"/>
          <ac:spMkLst>
            <pc:docMk/>
            <pc:sldMk cId="643325612" sldId="261"/>
            <ac:spMk id="31" creationId="{3B1EE8C4-F8DC-0C3F-EEBD-2EFC6255A212}"/>
          </ac:spMkLst>
        </pc:spChg>
        <pc:picChg chg="add del mod">
          <ac:chgData name="Grant Bartow-Winstel" userId="8156393330af6d9d" providerId="LiveId" clId="{9F99FB9F-DED4-47CB-982B-55947173799A}" dt="2023-12-10T20:03:34.277" v="2282" actId="931"/>
          <ac:picMkLst>
            <pc:docMk/>
            <pc:sldMk cId="643325612" sldId="261"/>
            <ac:picMk id="5" creationId="{213D51FD-96D7-B1C1-93B4-AE3132E5E82E}"/>
          </ac:picMkLst>
        </pc:picChg>
        <pc:picChg chg="add mod">
          <ac:chgData name="Grant Bartow-Winstel" userId="8156393330af6d9d" providerId="LiveId" clId="{9F99FB9F-DED4-47CB-982B-55947173799A}" dt="2023-12-10T20:04:26.915" v="2295" actId="14100"/>
          <ac:picMkLst>
            <pc:docMk/>
            <pc:sldMk cId="643325612" sldId="261"/>
            <ac:picMk id="7" creationId="{39DB893E-CAA2-A14F-A9B2-76EE6B533CB0}"/>
          </ac:picMkLst>
        </pc:picChg>
        <pc:picChg chg="add del">
          <ac:chgData name="Grant Bartow-Winstel" userId="8156393330af6d9d" providerId="LiveId" clId="{9F99FB9F-DED4-47CB-982B-55947173799A}" dt="2023-12-10T20:03:54.601" v="2290" actId="26606"/>
          <ac:picMkLst>
            <pc:docMk/>
            <pc:sldMk cId="643325612" sldId="261"/>
            <ac:picMk id="7" creationId="{3CE9AC89-3EBD-E84E-141D-11B8F1A34001}"/>
          </ac:picMkLst>
        </pc:picChg>
        <pc:picChg chg="add del">
          <ac:chgData name="Grant Bartow-Winstel" userId="8156393330af6d9d" providerId="LiveId" clId="{9F99FB9F-DED4-47CB-982B-55947173799A}" dt="2023-12-10T20:03:53.450" v="2287" actId="26606"/>
          <ac:picMkLst>
            <pc:docMk/>
            <pc:sldMk cId="643325612" sldId="261"/>
            <ac:picMk id="7" creationId="{4B1E6100-4784-ACCB-ED6F-7A6192938C85}"/>
          </ac:picMkLst>
        </pc:picChg>
        <pc:picChg chg="add del mod replId">
          <ac:chgData name="Grant Bartow-Winstel" userId="8156393330af6d9d" providerId="LiveId" clId="{9F99FB9F-DED4-47CB-982B-55947173799A}" dt="2023-12-10T20:03:54.613" v="2292" actId="26606"/>
          <ac:picMkLst>
            <pc:docMk/>
            <pc:sldMk cId="643325612" sldId="261"/>
            <ac:picMk id="32" creationId="{91F77F2E-3CFE-9D1C-CD5A-2633C8D6B3A5}"/>
          </ac:picMkLst>
        </pc:picChg>
      </pc:sldChg>
      <pc:sldChg chg="addSp delSp modSp mod">
        <pc:chgData name="Grant Bartow-Winstel" userId="8156393330af6d9d" providerId="LiveId" clId="{9F99FB9F-DED4-47CB-982B-55947173799A}" dt="2023-12-09T18:43:32.726" v="1252" actId="26606"/>
        <pc:sldMkLst>
          <pc:docMk/>
          <pc:sldMk cId="2222578678" sldId="262"/>
        </pc:sldMkLst>
        <pc:spChg chg="add del">
          <ac:chgData name="Grant Bartow-Winstel" userId="8156393330af6d9d" providerId="LiveId" clId="{9F99FB9F-DED4-47CB-982B-55947173799A}" dt="2023-12-09T18:43:32.684" v="1250" actId="26606"/>
          <ac:spMkLst>
            <pc:docMk/>
            <pc:sldMk cId="2222578678" sldId="262"/>
            <ac:spMk id="2" creationId="{671046BB-281D-A3FD-5354-DFD588FA8A74}"/>
          </ac:spMkLst>
        </pc:spChg>
        <pc:spChg chg="add">
          <ac:chgData name="Grant Bartow-Winstel" userId="8156393330af6d9d" providerId="LiveId" clId="{9F99FB9F-DED4-47CB-982B-55947173799A}" dt="2023-12-09T18:43:32.726" v="1252" actId="26606"/>
          <ac:spMkLst>
            <pc:docMk/>
            <pc:sldMk cId="2222578678" sldId="262"/>
            <ac:spMk id="2" creationId="{9607BDFE-B8A8-1103-815E-386B6857758E}"/>
          </ac:spMkLst>
        </pc:spChg>
        <pc:spChg chg="add del mod">
          <ac:chgData name="Grant Bartow-Winstel" userId="8156393330af6d9d" providerId="LiveId" clId="{9F99FB9F-DED4-47CB-982B-55947173799A}" dt="2023-12-09T18:43:32.726" v="1252" actId="26606"/>
          <ac:spMkLst>
            <pc:docMk/>
            <pc:sldMk cId="2222578678" sldId="262"/>
            <ac:spMk id="3" creationId="{0E79DA9A-5200-71AD-640C-E6D883665364}"/>
          </ac:spMkLst>
        </pc:spChg>
        <pc:spChg chg="add del mod replId">
          <ac:chgData name="Grant Bartow-Winstel" userId="8156393330af6d9d" providerId="LiveId" clId="{9F99FB9F-DED4-47CB-982B-55947173799A}" dt="2023-12-09T18:43:32.726" v="1252" actId="26606"/>
          <ac:spMkLst>
            <pc:docMk/>
            <pc:sldMk cId="2222578678" sldId="262"/>
            <ac:spMk id="8" creationId="{C0866B8C-9617-8F43-F052-172C407A40A4}"/>
          </ac:spMkLst>
        </pc:spChg>
        <pc:graphicFrameChg chg="add del">
          <ac:chgData name="Grant Bartow-Winstel" userId="8156393330af6d9d" providerId="LiveId" clId="{9F99FB9F-DED4-47CB-982B-55947173799A}" dt="2023-12-09T18:43:32.684" v="1250" actId="26606"/>
          <ac:graphicFrameMkLst>
            <pc:docMk/>
            <pc:sldMk cId="2222578678" sldId="262"/>
            <ac:graphicFrameMk id="5" creationId="{28019258-9E5A-8A6E-E7C3-1A9572E89D2D}"/>
          </ac:graphicFrameMkLst>
        </pc:graphicFrameChg>
        <pc:graphicFrameChg chg="add">
          <ac:chgData name="Grant Bartow-Winstel" userId="8156393330af6d9d" providerId="LiveId" clId="{9F99FB9F-DED4-47CB-982B-55947173799A}" dt="2023-12-09T18:43:32.726" v="1252" actId="26606"/>
          <ac:graphicFrameMkLst>
            <pc:docMk/>
            <pc:sldMk cId="2222578678" sldId="262"/>
            <ac:graphicFrameMk id="7" creationId="{677E6CDD-C313-CB89-558C-84E727FF0D6D}"/>
          </ac:graphicFrameMkLst>
        </pc:graphicFrameChg>
      </pc:sldChg>
      <pc:sldChg chg="addSp delSp modSp new mod setBg">
        <pc:chgData name="Grant Bartow-Winstel" userId="8156393330af6d9d" providerId="LiveId" clId="{9F99FB9F-DED4-47CB-982B-55947173799A}" dt="2023-12-10T17:14:41.752" v="1918" actId="20577"/>
        <pc:sldMkLst>
          <pc:docMk/>
          <pc:sldMk cId="4010328391" sldId="263"/>
        </pc:sldMkLst>
        <pc:spChg chg="add">
          <ac:chgData name="Grant Bartow-Winstel" userId="8156393330af6d9d" providerId="LiveId" clId="{9F99FB9F-DED4-47CB-982B-55947173799A}" dt="2023-12-10T17:05:26.279" v="1651" actId="26606"/>
          <ac:spMkLst>
            <pc:docMk/>
            <pc:sldMk cId="4010328391" sldId="263"/>
            <ac:spMk id="2" creationId="{05909515-EC8B-0964-DAB7-D90352D00E1F}"/>
          </ac:spMkLst>
        </pc:spChg>
        <pc:spChg chg="del">
          <ac:chgData name="Grant Bartow-Winstel" userId="8156393330af6d9d" providerId="LiveId" clId="{9F99FB9F-DED4-47CB-982B-55947173799A}" dt="2023-12-10T16:51:33.721" v="1431" actId="931"/>
          <ac:spMkLst>
            <pc:docMk/>
            <pc:sldMk cId="4010328391" sldId="263"/>
            <ac:spMk id="3" creationId="{821DFC60-CD21-FCFD-878B-4B845B4E8528}"/>
          </ac:spMkLst>
        </pc:spChg>
        <pc:spChg chg="del mod replId">
          <ac:chgData name="Grant Bartow-Winstel" userId="8156393330af6d9d" providerId="LiveId" clId="{9F99FB9F-DED4-47CB-982B-55947173799A}" dt="2023-12-10T17:05:26.279" v="1651" actId="26606"/>
          <ac:spMkLst>
            <pc:docMk/>
            <pc:sldMk cId="4010328391" sldId="263"/>
            <ac:spMk id="7" creationId="{0B2E574B-4655-F2BC-9F11-5CFC7AF79F8E}"/>
          </ac:spMkLst>
        </pc:spChg>
        <pc:spChg chg="add mod">
          <ac:chgData name="Grant Bartow-Winstel" userId="8156393330af6d9d" providerId="LiveId" clId="{9F99FB9F-DED4-47CB-982B-55947173799A}" dt="2023-12-10T17:14:41.752" v="1918" actId="20577"/>
          <ac:spMkLst>
            <pc:docMk/>
            <pc:sldMk cId="4010328391" sldId="263"/>
            <ac:spMk id="9" creationId="{C3E9291D-FA89-4CBB-93B0-EACF31DBA481}"/>
          </ac:spMkLst>
        </pc:spChg>
        <pc:spChg chg="add">
          <ac:chgData name="Grant Bartow-Winstel" userId="8156393330af6d9d" providerId="LiveId" clId="{9F99FB9F-DED4-47CB-982B-55947173799A}" dt="2023-12-10T17:05:26.279" v="1651" actId="26606"/>
          <ac:spMkLst>
            <pc:docMk/>
            <pc:sldMk cId="4010328391" sldId="263"/>
            <ac:spMk id="12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10T17:05:26.279" v="1651" actId="26606"/>
          <ac:spMkLst>
            <pc:docMk/>
            <pc:sldMk cId="4010328391" sldId="263"/>
            <ac:spMk id="14" creationId="{3D065C6D-EB42-400B-99C4-D0ACE936F6C3}"/>
          </ac:spMkLst>
        </pc:spChg>
        <pc:spChg chg="add">
          <ac:chgData name="Grant Bartow-Winstel" userId="8156393330af6d9d" providerId="LiveId" clId="{9F99FB9F-DED4-47CB-982B-55947173799A}" dt="2023-12-10T17:05:26.279" v="1651" actId="26606"/>
          <ac:spMkLst>
            <pc:docMk/>
            <pc:sldMk cId="4010328391" sldId="263"/>
            <ac:spMk id="16" creationId="{3362A0EA-3E81-4464-94B8-70BE5870EDC0}"/>
          </ac:spMkLst>
        </pc:spChg>
        <pc:picChg chg="add mod">
          <ac:chgData name="Grant Bartow-Winstel" userId="8156393330af6d9d" providerId="LiveId" clId="{9F99FB9F-DED4-47CB-982B-55947173799A}" dt="2023-12-10T17:05:30.917" v="1652" actId="14100"/>
          <ac:picMkLst>
            <pc:docMk/>
            <pc:sldMk cId="4010328391" sldId="263"/>
            <ac:picMk id="5" creationId="{9194715F-EC72-3C4B-0F78-1D5F3060715D}"/>
          </ac:picMkLst>
        </pc:picChg>
        <pc:picChg chg="add del mod replId">
          <ac:chgData name="Grant Bartow-Winstel" userId="8156393330af6d9d" providerId="LiveId" clId="{9F99FB9F-DED4-47CB-982B-55947173799A}" dt="2023-12-10T17:05:26.279" v="1651" actId="26606"/>
          <ac:picMkLst>
            <pc:docMk/>
            <pc:sldMk cId="4010328391" sldId="263"/>
            <ac:picMk id="8" creationId="{D2C878D3-3D71-6B38-CADC-BE24B60EFB10}"/>
          </ac:picMkLst>
        </pc:picChg>
      </pc:sldChg>
      <pc:sldChg chg="addSp delSp modSp new mod setBg">
        <pc:chgData name="Grant Bartow-Winstel" userId="8156393330af6d9d" providerId="LiveId" clId="{9F99FB9F-DED4-47CB-982B-55947173799A}" dt="2023-12-10T17:15:19.089" v="1977" actId="20577"/>
        <pc:sldMkLst>
          <pc:docMk/>
          <pc:sldMk cId="2878619769" sldId="264"/>
        </pc:sldMkLst>
        <pc:spChg chg="add">
          <ac:chgData name="Grant Bartow-Winstel" userId="8156393330af6d9d" providerId="LiveId" clId="{9F99FB9F-DED4-47CB-982B-55947173799A}" dt="2023-12-10T17:02:08.219" v="1464" actId="26606"/>
          <ac:spMkLst>
            <pc:docMk/>
            <pc:sldMk cId="2878619769" sldId="264"/>
            <ac:spMk id="2" creationId="{2597F304-0B81-F3E5-DAED-E5ED34043052}"/>
          </ac:spMkLst>
        </pc:spChg>
        <pc:spChg chg="del">
          <ac:chgData name="Grant Bartow-Winstel" userId="8156393330af6d9d" providerId="LiveId" clId="{9F99FB9F-DED4-47CB-982B-55947173799A}" dt="2023-12-10T17:01:58.149" v="1458" actId="931"/>
          <ac:spMkLst>
            <pc:docMk/>
            <pc:sldMk cId="2878619769" sldId="264"/>
            <ac:spMk id="3" creationId="{A3E7E398-632B-7EB2-6D42-661B30AB6E62}"/>
          </ac:spMkLst>
        </pc:spChg>
        <pc:spChg chg="del mod replId">
          <ac:chgData name="Grant Bartow-Winstel" userId="8156393330af6d9d" providerId="LiveId" clId="{9F99FB9F-DED4-47CB-982B-55947173799A}" dt="2023-12-10T17:02:08.219" v="1464" actId="26606"/>
          <ac:spMkLst>
            <pc:docMk/>
            <pc:sldMk cId="2878619769" sldId="264"/>
            <ac:spMk id="7" creationId="{02930A3E-19FB-8BDE-A311-FD85038A82A3}"/>
          </ac:spMkLst>
        </pc:spChg>
        <pc:spChg chg="add mod">
          <ac:chgData name="Grant Bartow-Winstel" userId="8156393330af6d9d" providerId="LiveId" clId="{9F99FB9F-DED4-47CB-982B-55947173799A}" dt="2023-12-10T17:15:19.089" v="1977" actId="20577"/>
          <ac:spMkLst>
            <pc:docMk/>
            <pc:sldMk cId="2878619769" sldId="264"/>
            <ac:spMk id="9" creationId="{C9DB73F1-4813-E77D-FFD5-DA95ACBF3279}"/>
          </ac:spMkLst>
        </pc:spChg>
        <pc:spChg chg="add">
          <ac:chgData name="Grant Bartow-Winstel" userId="8156393330af6d9d" providerId="LiveId" clId="{9F99FB9F-DED4-47CB-982B-55947173799A}" dt="2023-12-10T17:02:08.219" v="1464" actId="26606"/>
          <ac:spMkLst>
            <pc:docMk/>
            <pc:sldMk cId="2878619769" sldId="264"/>
            <ac:spMk id="12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10T17:02:08.219" v="1464" actId="26606"/>
          <ac:spMkLst>
            <pc:docMk/>
            <pc:sldMk cId="2878619769" sldId="264"/>
            <ac:spMk id="14" creationId="{C75CD783-E708-4711-B23C-5B7B72A3D8F0}"/>
          </ac:spMkLst>
        </pc:spChg>
        <pc:spChg chg="add">
          <ac:chgData name="Grant Bartow-Winstel" userId="8156393330af6d9d" providerId="LiveId" clId="{9F99FB9F-DED4-47CB-982B-55947173799A}" dt="2023-12-10T17:02:08.219" v="1464" actId="26606"/>
          <ac:spMkLst>
            <pc:docMk/>
            <pc:sldMk cId="2878619769" sldId="264"/>
            <ac:spMk id="16" creationId="{E633B38B-B87A-4288-A20F-0223A6C27A5A}"/>
          </ac:spMkLst>
        </pc:spChg>
        <pc:picChg chg="add mod">
          <ac:chgData name="Grant Bartow-Winstel" userId="8156393330af6d9d" providerId="LiveId" clId="{9F99FB9F-DED4-47CB-982B-55947173799A}" dt="2023-12-10T17:02:16.442" v="1466" actId="14100"/>
          <ac:picMkLst>
            <pc:docMk/>
            <pc:sldMk cId="2878619769" sldId="264"/>
            <ac:picMk id="5" creationId="{44B1966C-467F-5FFC-3875-94164DE19E87}"/>
          </ac:picMkLst>
        </pc:picChg>
        <pc:picChg chg="add del mod replId">
          <ac:chgData name="Grant Bartow-Winstel" userId="8156393330af6d9d" providerId="LiveId" clId="{9F99FB9F-DED4-47CB-982B-55947173799A}" dt="2023-12-10T17:02:08.219" v="1464" actId="26606"/>
          <ac:picMkLst>
            <pc:docMk/>
            <pc:sldMk cId="2878619769" sldId="264"/>
            <ac:picMk id="8" creationId="{6F9235F6-0E77-BED0-CC94-E86AB0739BD3}"/>
          </ac:picMkLst>
        </pc:picChg>
      </pc:sldChg>
      <pc:sldChg chg="addSp delSp modSp new mod setBg">
        <pc:chgData name="Grant Bartow-Winstel" userId="8156393330af6d9d" providerId="LiveId" clId="{9F99FB9F-DED4-47CB-982B-55947173799A}" dt="2023-12-10T17:31:44.234" v="2273" actId="14100"/>
        <pc:sldMkLst>
          <pc:docMk/>
          <pc:sldMk cId="2425775175" sldId="265"/>
        </pc:sldMkLst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2" creationId="{215F5606-3FC1-BF69-E20A-1935365583EC}"/>
          </ac:spMkLst>
        </pc:spChg>
        <pc:spChg chg="del">
          <ac:chgData name="Grant Bartow-Winstel" userId="8156393330af6d9d" providerId="LiveId" clId="{9F99FB9F-DED4-47CB-982B-55947173799A}" dt="2023-12-10T17:23:19.809" v="1982" actId="931"/>
          <ac:spMkLst>
            <pc:docMk/>
            <pc:sldMk cId="2425775175" sldId="265"/>
            <ac:spMk id="3" creationId="{0B6FA03E-8AC7-E086-427C-B371B0BA897D}"/>
          </ac:spMkLst>
        </pc:spChg>
        <pc:spChg chg="del">
          <ac:chgData name="Grant Bartow-Winstel" userId="8156393330af6d9d" providerId="LiveId" clId="{9F99FB9F-DED4-47CB-982B-55947173799A}" dt="2023-12-10T17:23:31.021" v="1985" actId="931"/>
          <ac:spMkLst>
            <pc:docMk/>
            <pc:sldMk cId="2425775175" sldId="265"/>
            <ac:spMk id="4" creationId="{8DC360FB-A959-2BD7-0758-95A0A173CFDF}"/>
          </ac:spMkLst>
        </pc:spChg>
        <pc:spChg chg="add del mod">
          <ac:chgData name="Grant Bartow-Winstel" userId="8156393330af6d9d" providerId="LiveId" clId="{9F99FB9F-DED4-47CB-982B-55947173799A}" dt="2023-12-10T17:25:19.363" v="1997"/>
          <ac:spMkLst>
            <pc:docMk/>
            <pc:sldMk cId="2425775175" sldId="265"/>
            <ac:spMk id="9" creationId="{1736D6F8-3313-6B02-E5BA-CE74284539E0}"/>
          </ac:spMkLst>
        </pc:spChg>
        <pc:spChg chg="add del mod">
          <ac:chgData name="Grant Bartow-Winstel" userId="8156393330af6d9d" providerId="LiveId" clId="{9F99FB9F-DED4-47CB-982B-55947173799A}" dt="2023-12-10T17:25:19.363" v="1999"/>
          <ac:spMkLst>
            <pc:docMk/>
            <pc:sldMk cId="2425775175" sldId="265"/>
            <ac:spMk id="10" creationId="{F741E9B2-0228-AD75-B902-CDE613DCF5F1}"/>
          </ac:spMkLst>
        </pc:spChg>
        <pc:spChg chg="add mod">
          <ac:chgData name="Grant Bartow-Winstel" userId="8156393330af6d9d" providerId="LiveId" clId="{9F99FB9F-DED4-47CB-982B-55947173799A}" dt="2023-12-10T17:31:05.449" v="2264" actId="255"/>
          <ac:spMkLst>
            <pc:docMk/>
            <pc:sldMk cId="2425775175" sldId="265"/>
            <ac:spMk id="11" creationId="{164220A0-5543-556F-A988-2005E46D0C76}"/>
          </ac:spMkLst>
        </pc:spChg>
        <pc:spChg chg="add mod">
          <ac:chgData name="Grant Bartow-Winstel" userId="8156393330af6d9d" providerId="LiveId" clId="{9F99FB9F-DED4-47CB-982B-55947173799A}" dt="2023-12-10T17:31:10.943" v="2265" actId="255"/>
          <ac:spMkLst>
            <pc:docMk/>
            <pc:sldMk cId="2425775175" sldId="265"/>
            <ac:spMk id="12" creationId="{F521055D-CA9C-42D6-ED11-A14FCBBF16AA}"/>
          </ac:spMkLst>
        </pc:spChg>
        <pc:spChg chg="del mod replI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14" creationId="{CA974BAB-2DC1-2B9D-F181-4532EB932CB5}"/>
          </ac:spMkLst>
        </pc:spChg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17" creationId="{A6EF5A53-0A64-4CA5-B9C7-1CB97CB5CF1C}"/>
          </ac:spMkLst>
        </pc:spChg>
        <pc:spChg chg="add del mod replI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18" creationId="{9B34F621-954B-3EEE-2BE3-942A61EE7CA9}"/>
          </ac:spMkLst>
        </pc:spChg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19" creationId="{34ABFBEA-4EB0-4D02-A2C0-1733CD3D6F12}"/>
          </ac:spMkLst>
        </pc:spChg>
        <pc:spChg chg="add del mod replI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20" creationId="{C159C11A-9BC4-E2C4-7DEB-F6A5F99A7B9E}"/>
          </ac:spMkLst>
        </pc:spChg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21" creationId="{19E083F6-57F4-487B-A766-EA0462B1EED8}"/>
          </ac:spMkLst>
        </pc:spChg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23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25" creationId="{6A13B60C-56B1-46B4-98A6-1482A52E76C2}"/>
          </ac:spMkLst>
        </pc:spChg>
        <pc:spChg chg="add">
          <ac:chgData name="Grant Bartow-Winstel" userId="8156393330af6d9d" providerId="LiveId" clId="{9F99FB9F-DED4-47CB-982B-55947173799A}" dt="2023-12-10T17:30:49.218" v="2263" actId="26606"/>
          <ac:spMkLst>
            <pc:docMk/>
            <pc:sldMk cId="2425775175" sldId="265"/>
            <ac:spMk id="27" creationId="{F024A8E9-062E-406A-BE10-CED2800110DB}"/>
          </ac:spMkLst>
        </pc:spChg>
        <pc:picChg chg="add mod">
          <ac:chgData name="Grant Bartow-Winstel" userId="8156393330af6d9d" providerId="LiveId" clId="{9F99FB9F-DED4-47CB-982B-55947173799A}" dt="2023-12-10T17:31:44.234" v="2273" actId="14100"/>
          <ac:picMkLst>
            <pc:docMk/>
            <pc:sldMk cId="2425775175" sldId="265"/>
            <ac:picMk id="6" creationId="{F4FDAD87-2837-FA9F-8831-853EA8E1C5A1}"/>
          </ac:picMkLst>
        </pc:picChg>
        <pc:picChg chg="add mod">
          <ac:chgData name="Grant Bartow-Winstel" userId="8156393330af6d9d" providerId="LiveId" clId="{9F99FB9F-DED4-47CB-982B-55947173799A}" dt="2023-12-10T17:31:39.528" v="2272" actId="14100"/>
          <ac:picMkLst>
            <pc:docMk/>
            <pc:sldMk cId="2425775175" sldId="265"/>
            <ac:picMk id="8" creationId="{99C1870C-77AB-F3AF-6803-EAD9D516A9B1}"/>
          </ac:picMkLst>
        </pc:picChg>
        <pc:picChg chg="add del mod replId">
          <ac:chgData name="Grant Bartow-Winstel" userId="8156393330af6d9d" providerId="LiveId" clId="{9F99FB9F-DED4-47CB-982B-55947173799A}" dt="2023-12-10T17:30:49.218" v="2263" actId="26606"/>
          <ac:picMkLst>
            <pc:docMk/>
            <pc:sldMk cId="2425775175" sldId="265"/>
            <ac:picMk id="15" creationId="{B9CF56CD-8C9C-9DDA-E8D5-8293A7859A30}"/>
          </ac:picMkLst>
        </pc:picChg>
        <pc:picChg chg="add del mod replId">
          <ac:chgData name="Grant Bartow-Winstel" userId="8156393330af6d9d" providerId="LiveId" clId="{9F99FB9F-DED4-47CB-982B-55947173799A}" dt="2023-12-10T17:30:49.218" v="2263" actId="26606"/>
          <ac:picMkLst>
            <pc:docMk/>
            <pc:sldMk cId="2425775175" sldId="265"/>
            <ac:picMk id="16" creationId="{8ACE1BF2-3E6A-005D-6AF4-3495B8CC16A2}"/>
          </ac:picMkLst>
        </pc:picChg>
      </pc:sldChg>
      <pc:sldChg chg="addSp delSp modSp add mod setBg">
        <pc:chgData name="Grant Bartow-Winstel" userId="8156393330af6d9d" providerId="LiveId" clId="{9F99FB9F-DED4-47CB-982B-55947173799A}" dt="2023-12-10T21:13:09.479" v="3035" actId="20577"/>
        <pc:sldMkLst>
          <pc:docMk/>
          <pc:sldMk cId="133181973" sldId="266"/>
        </pc:sldMkLst>
        <pc:spChg chg="add">
          <ac:chgData name="Grant Bartow-Winstel" userId="8156393330af6d9d" providerId="LiveId" clId="{9F99FB9F-DED4-47CB-982B-55947173799A}" dt="2023-12-10T20:16:24.458" v="2504" actId="26606"/>
          <ac:spMkLst>
            <pc:docMk/>
            <pc:sldMk cId="133181973" sldId="266"/>
            <ac:spMk id="2" creationId="{05AF1173-39AB-A35A-88C2-1C21C0BF0B5F}"/>
          </ac:spMkLst>
        </pc:spChg>
        <pc:spChg chg="del">
          <ac:chgData name="Grant Bartow-Winstel" userId="8156393330af6d9d" providerId="LiveId" clId="{9F99FB9F-DED4-47CB-982B-55947173799A}" dt="2023-12-10T20:16:08.686" v="2499" actId="931"/>
          <ac:spMkLst>
            <pc:docMk/>
            <pc:sldMk cId="133181973" sldId="266"/>
            <ac:spMk id="3" creationId="{2511AAC9-5631-AE9C-2E30-B4C50964DFEE}"/>
          </ac:spMkLst>
        </pc:spChg>
        <pc:spChg chg="del mod replId">
          <ac:chgData name="Grant Bartow-Winstel" userId="8156393330af6d9d" providerId="LiveId" clId="{9F99FB9F-DED4-47CB-982B-55947173799A}" dt="2023-12-10T20:16:24.458" v="2504" actId="26606"/>
          <ac:spMkLst>
            <pc:docMk/>
            <pc:sldMk cId="133181973" sldId="266"/>
            <ac:spMk id="7" creationId="{3B1EE8C4-F8DC-0C3F-EEBD-2EFC6255A212}"/>
          </ac:spMkLst>
        </pc:spChg>
        <pc:spChg chg="add mod">
          <ac:chgData name="Grant Bartow-Winstel" userId="8156393330af6d9d" providerId="LiveId" clId="{9F99FB9F-DED4-47CB-982B-55947173799A}" dt="2023-12-10T21:13:09.479" v="3035" actId="20577"/>
          <ac:spMkLst>
            <pc:docMk/>
            <pc:sldMk cId="133181973" sldId="266"/>
            <ac:spMk id="9" creationId="{1DB5E397-9B49-21BA-0182-F5F8DF462537}"/>
          </ac:spMkLst>
        </pc:spChg>
        <pc:spChg chg="add">
          <ac:chgData name="Grant Bartow-Winstel" userId="8156393330af6d9d" providerId="LiveId" clId="{9F99FB9F-DED4-47CB-982B-55947173799A}" dt="2023-12-10T20:16:24.458" v="2504" actId="26606"/>
          <ac:spMkLst>
            <pc:docMk/>
            <pc:sldMk cId="133181973" sldId="266"/>
            <ac:spMk id="12" creationId="{987A0FBA-CC04-4256-A8EB-BB3C543E989C}"/>
          </ac:spMkLst>
        </pc:spChg>
        <pc:spChg chg="add">
          <ac:chgData name="Grant Bartow-Winstel" userId="8156393330af6d9d" providerId="LiveId" clId="{9F99FB9F-DED4-47CB-982B-55947173799A}" dt="2023-12-10T20:16:24.458" v="2504" actId="26606"/>
          <ac:spMkLst>
            <pc:docMk/>
            <pc:sldMk cId="133181973" sldId="266"/>
            <ac:spMk id="14" creationId="{3D065C6D-EB42-400B-99C4-D0ACE936F6C3}"/>
          </ac:spMkLst>
        </pc:spChg>
        <pc:spChg chg="add">
          <ac:chgData name="Grant Bartow-Winstel" userId="8156393330af6d9d" providerId="LiveId" clId="{9F99FB9F-DED4-47CB-982B-55947173799A}" dt="2023-12-10T20:16:24.458" v="2504" actId="26606"/>
          <ac:spMkLst>
            <pc:docMk/>
            <pc:sldMk cId="133181973" sldId="266"/>
            <ac:spMk id="16" creationId="{3362A0EA-3E81-4464-94B8-70BE5870EDC0}"/>
          </ac:spMkLst>
        </pc:spChg>
        <pc:picChg chg="add">
          <ac:chgData name="Grant Bartow-Winstel" userId="8156393330af6d9d" providerId="LiveId" clId="{9F99FB9F-DED4-47CB-982B-55947173799A}" dt="2023-12-10T20:16:24.458" v="2504" actId="26606"/>
          <ac:picMkLst>
            <pc:docMk/>
            <pc:sldMk cId="133181973" sldId="266"/>
            <ac:picMk id="5" creationId="{3A9E3A42-055F-B3E2-9720-6F210632ECDA}"/>
          </ac:picMkLst>
        </pc:picChg>
        <pc:picChg chg="add del mod replId">
          <ac:chgData name="Grant Bartow-Winstel" userId="8156393330af6d9d" providerId="LiveId" clId="{9F99FB9F-DED4-47CB-982B-55947173799A}" dt="2023-12-10T20:16:24.458" v="2504" actId="26606"/>
          <ac:picMkLst>
            <pc:docMk/>
            <pc:sldMk cId="133181973" sldId="266"/>
            <ac:picMk id="8" creationId="{2274452E-3B68-A8E6-26B3-ACB9F2400762}"/>
          </ac:picMkLst>
        </pc:picChg>
      </pc:sldChg>
      <pc:sldChg chg="addSp delSp modSp add mod setBg">
        <pc:chgData name="Grant Bartow-Winstel" userId="8156393330af6d9d" providerId="LiveId" clId="{9F99FB9F-DED4-47CB-982B-55947173799A}" dt="2023-12-10T21:12:22.975" v="2982" actId="20577"/>
        <pc:sldMkLst>
          <pc:docMk/>
          <pc:sldMk cId="830756072" sldId="267"/>
        </pc:sldMkLst>
        <pc:spChg chg="add">
          <ac:chgData name="Grant Bartow-Winstel" userId="8156393330af6d9d" providerId="LiveId" clId="{9F99FB9F-DED4-47CB-982B-55947173799A}" dt="2023-12-10T20:22:24.276" v="2695" actId="26606"/>
          <ac:spMkLst>
            <pc:docMk/>
            <pc:sldMk cId="830756072" sldId="267"/>
            <ac:spMk id="2" creationId="{AA5875AD-1F64-AAC4-FA58-4C559AD28849}"/>
          </ac:spMkLst>
        </pc:spChg>
        <pc:spChg chg="del">
          <ac:chgData name="Grant Bartow-Winstel" userId="8156393330af6d9d" providerId="LiveId" clId="{9F99FB9F-DED4-47CB-982B-55947173799A}" dt="2023-12-10T20:21:58.849" v="2684" actId="931"/>
          <ac:spMkLst>
            <pc:docMk/>
            <pc:sldMk cId="830756072" sldId="267"/>
            <ac:spMk id="3" creationId="{2511AAC9-5631-AE9C-2E30-B4C50964DFEE}"/>
          </ac:spMkLst>
        </pc:spChg>
        <pc:spChg chg="del mod replId">
          <ac:chgData name="Grant Bartow-Winstel" userId="8156393330af6d9d" providerId="LiveId" clId="{9F99FB9F-DED4-47CB-982B-55947173799A}" dt="2023-12-10T20:22:24.276" v="2695" actId="26606"/>
          <ac:spMkLst>
            <pc:docMk/>
            <pc:sldMk cId="830756072" sldId="267"/>
            <ac:spMk id="9" creationId="{3B1EE8C4-F8DC-0C3F-EEBD-2EFC6255A212}"/>
          </ac:spMkLst>
        </pc:spChg>
        <pc:spChg chg="add mod">
          <ac:chgData name="Grant Bartow-Winstel" userId="8156393330af6d9d" providerId="LiveId" clId="{9F99FB9F-DED4-47CB-982B-55947173799A}" dt="2023-12-10T21:12:22.975" v="2982" actId="20577"/>
          <ac:spMkLst>
            <pc:docMk/>
            <pc:sldMk cId="830756072" sldId="267"/>
            <ac:spMk id="11" creationId="{9AE9AACA-ADBD-332B-B130-52D726E8BD5B}"/>
          </ac:spMkLst>
        </pc:spChg>
        <pc:spChg chg="add">
          <ac:chgData name="Grant Bartow-Winstel" userId="8156393330af6d9d" providerId="LiveId" clId="{9F99FB9F-DED4-47CB-982B-55947173799A}" dt="2023-12-10T20:22:24.276" v="2695" actId="26606"/>
          <ac:spMkLst>
            <pc:docMk/>
            <pc:sldMk cId="830756072" sldId="267"/>
            <ac:spMk id="14" creationId="{075615F8-B807-416B-8DBB-536E4371AA51}"/>
          </ac:spMkLst>
        </pc:spChg>
        <pc:spChg chg="add">
          <ac:chgData name="Grant Bartow-Winstel" userId="8156393330af6d9d" providerId="LiveId" clId="{9F99FB9F-DED4-47CB-982B-55947173799A}" dt="2023-12-10T20:22:24.276" v="2695" actId="26606"/>
          <ac:spMkLst>
            <pc:docMk/>
            <pc:sldMk cId="830756072" sldId="267"/>
            <ac:spMk id="16" creationId="{6FBB6C3F-2BCC-412E-B189-AF3940FBC589}"/>
          </ac:spMkLst>
        </pc:spChg>
        <pc:spChg chg="add">
          <ac:chgData name="Grant Bartow-Winstel" userId="8156393330af6d9d" providerId="LiveId" clId="{9F99FB9F-DED4-47CB-982B-55947173799A}" dt="2023-12-10T20:22:24.276" v="2695" actId="26606"/>
          <ac:spMkLst>
            <pc:docMk/>
            <pc:sldMk cId="830756072" sldId="267"/>
            <ac:spMk id="18" creationId="{6072F1F1-F5A7-41C5-8CFF-9B42383FF5CB}"/>
          </ac:spMkLst>
        </pc:spChg>
        <pc:spChg chg="add">
          <ac:chgData name="Grant Bartow-Winstel" userId="8156393330af6d9d" providerId="LiveId" clId="{9F99FB9F-DED4-47CB-982B-55947173799A}" dt="2023-12-10T20:22:24.276" v="2695" actId="26606"/>
          <ac:spMkLst>
            <pc:docMk/>
            <pc:sldMk cId="830756072" sldId="267"/>
            <ac:spMk id="20" creationId="{4C914C68-21BF-4DA6-8AD3-1277B2678013}"/>
          </ac:spMkLst>
        </pc:spChg>
        <pc:picChg chg="add mod">
          <ac:chgData name="Grant Bartow-Winstel" userId="8156393330af6d9d" providerId="LiveId" clId="{9F99FB9F-DED4-47CB-982B-55947173799A}" dt="2023-12-10T20:22:59.031" v="2704" actId="1076"/>
          <ac:picMkLst>
            <pc:docMk/>
            <pc:sldMk cId="830756072" sldId="267"/>
            <ac:picMk id="5" creationId="{D9B4F6B2-FD8A-7846-008C-1AB06072E59F}"/>
          </ac:picMkLst>
        </pc:picChg>
        <pc:picChg chg="add mod ord">
          <ac:chgData name="Grant Bartow-Winstel" userId="8156393330af6d9d" providerId="LiveId" clId="{9F99FB9F-DED4-47CB-982B-55947173799A}" dt="2023-12-10T20:22:50.649" v="2702" actId="170"/>
          <ac:picMkLst>
            <pc:docMk/>
            <pc:sldMk cId="830756072" sldId="267"/>
            <ac:picMk id="7" creationId="{31D3F90E-43DB-21FF-B483-48D6B6C8D42F}"/>
          </ac:picMkLst>
        </pc:picChg>
        <pc:picChg chg="add del mod replId">
          <ac:chgData name="Grant Bartow-Winstel" userId="8156393330af6d9d" providerId="LiveId" clId="{9F99FB9F-DED4-47CB-982B-55947173799A}" dt="2023-12-10T20:22:24.276" v="2695" actId="26606"/>
          <ac:picMkLst>
            <pc:docMk/>
            <pc:sldMk cId="830756072" sldId="267"/>
            <ac:picMk id="10" creationId="{CE0DFF5A-9143-D86B-5F32-28C43FAF7CC0}"/>
          </ac:picMkLst>
        </pc:picChg>
        <pc:picChg chg="add del mod replId">
          <ac:chgData name="Grant Bartow-Winstel" userId="8156393330af6d9d" providerId="LiveId" clId="{9F99FB9F-DED4-47CB-982B-55947173799A}" dt="2023-12-10T20:22:24.276" v="2695" actId="26606"/>
          <ac:picMkLst>
            <pc:docMk/>
            <pc:sldMk cId="830756072" sldId="267"/>
            <ac:picMk id="12" creationId="{BC2E4A6D-3F31-AB94-D74D-C81E5786436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24CC7-9974-494C-9BBC-9D68353212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1548C1-7A81-4D83-8301-E3498B600DA8}">
      <dgm:prSet/>
      <dgm:spPr/>
      <dgm:t>
        <a:bodyPr/>
        <a:lstStyle/>
        <a:p>
          <a:r>
            <a:rPr lang="en-US"/>
            <a:t>Holistic Approach</a:t>
          </a:r>
        </a:p>
      </dgm:t>
    </dgm:pt>
    <dgm:pt modelId="{9CEA50F6-1B86-4178-867C-26AC99433C9D}" type="parTrans" cxnId="{1662BC99-94EE-4B69-BE84-43E4B8EB241C}">
      <dgm:prSet/>
      <dgm:spPr/>
      <dgm:t>
        <a:bodyPr/>
        <a:lstStyle/>
        <a:p>
          <a:endParaRPr lang="en-US"/>
        </a:p>
      </dgm:t>
    </dgm:pt>
    <dgm:pt modelId="{A0793D55-8692-44D4-9673-B0AD1988A6D5}" type="sibTrans" cxnId="{1662BC99-94EE-4B69-BE84-43E4B8EB241C}">
      <dgm:prSet/>
      <dgm:spPr/>
      <dgm:t>
        <a:bodyPr/>
        <a:lstStyle/>
        <a:p>
          <a:endParaRPr lang="en-US"/>
        </a:p>
      </dgm:t>
    </dgm:pt>
    <dgm:pt modelId="{5B840AE3-8217-4C30-89C1-3A073A082AEC}">
      <dgm:prSet/>
      <dgm:spPr/>
      <dgm:t>
        <a:bodyPr/>
        <a:lstStyle/>
        <a:p>
          <a:r>
            <a:rPr lang="en-US"/>
            <a:t>Required Critical Thinking</a:t>
          </a:r>
        </a:p>
      </dgm:t>
    </dgm:pt>
    <dgm:pt modelId="{DB03E3DD-6CE1-4E6C-B75C-E0BF746BD1E1}" type="parTrans" cxnId="{FF99E8A0-0831-435A-8A3C-D5E803623E5C}">
      <dgm:prSet/>
      <dgm:spPr/>
      <dgm:t>
        <a:bodyPr/>
        <a:lstStyle/>
        <a:p>
          <a:endParaRPr lang="en-US"/>
        </a:p>
      </dgm:t>
    </dgm:pt>
    <dgm:pt modelId="{DE9C58A5-5755-4996-8A8A-F8E1DDB38AD1}" type="sibTrans" cxnId="{FF99E8A0-0831-435A-8A3C-D5E803623E5C}">
      <dgm:prSet/>
      <dgm:spPr/>
      <dgm:t>
        <a:bodyPr/>
        <a:lstStyle/>
        <a:p>
          <a:endParaRPr lang="en-US"/>
        </a:p>
      </dgm:t>
    </dgm:pt>
    <dgm:pt modelId="{8F857098-F9FC-4988-A4C1-251067471CC5}">
      <dgm:prSet/>
      <dgm:spPr/>
      <dgm:t>
        <a:bodyPr/>
        <a:lstStyle/>
        <a:p>
          <a:r>
            <a:rPr lang="en-US"/>
            <a:t>Forced Understanding Beyond Coding</a:t>
          </a:r>
        </a:p>
      </dgm:t>
    </dgm:pt>
    <dgm:pt modelId="{19EC5D66-BA13-458D-8031-E6F819902699}" type="parTrans" cxnId="{2FA90139-101A-4711-979C-D9F1450B0BEF}">
      <dgm:prSet/>
      <dgm:spPr/>
      <dgm:t>
        <a:bodyPr/>
        <a:lstStyle/>
        <a:p>
          <a:endParaRPr lang="en-US"/>
        </a:p>
      </dgm:t>
    </dgm:pt>
    <dgm:pt modelId="{EF7C4368-F7B5-43F3-8F87-CCAFE322BD5B}" type="sibTrans" cxnId="{2FA90139-101A-4711-979C-D9F1450B0BEF}">
      <dgm:prSet/>
      <dgm:spPr/>
      <dgm:t>
        <a:bodyPr/>
        <a:lstStyle/>
        <a:p>
          <a:endParaRPr lang="en-US"/>
        </a:p>
      </dgm:t>
    </dgm:pt>
    <dgm:pt modelId="{EADAAFB8-E4EA-4D71-A307-132B98622751}">
      <dgm:prSet/>
      <dgm:spPr/>
      <dgm:t>
        <a:bodyPr/>
        <a:lstStyle/>
        <a:p>
          <a:r>
            <a:rPr lang="en-US"/>
            <a:t>Trial and Error Modeling</a:t>
          </a:r>
        </a:p>
      </dgm:t>
    </dgm:pt>
    <dgm:pt modelId="{1A105A58-C32D-4292-A59F-FD7747A5EABD}" type="parTrans" cxnId="{31F7E01F-2901-4385-8637-3A7BE37159AB}">
      <dgm:prSet/>
      <dgm:spPr/>
      <dgm:t>
        <a:bodyPr/>
        <a:lstStyle/>
        <a:p>
          <a:endParaRPr lang="en-US"/>
        </a:p>
      </dgm:t>
    </dgm:pt>
    <dgm:pt modelId="{FB9F0322-2C7E-4F3C-946E-9E07839D4A5F}" type="sibTrans" cxnId="{31F7E01F-2901-4385-8637-3A7BE37159AB}">
      <dgm:prSet/>
      <dgm:spPr/>
      <dgm:t>
        <a:bodyPr/>
        <a:lstStyle/>
        <a:p>
          <a:endParaRPr lang="en-US"/>
        </a:p>
      </dgm:t>
    </dgm:pt>
    <dgm:pt modelId="{55525E43-15E0-4626-B859-0AB3D74E812E}">
      <dgm:prSet/>
      <dgm:spPr/>
      <dgm:t>
        <a:bodyPr/>
        <a:lstStyle/>
        <a:p>
          <a:r>
            <a:rPr lang="en-US"/>
            <a:t>Cyclic Nature of Data Science</a:t>
          </a:r>
        </a:p>
      </dgm:t>
    </dgm:pt>
    <dgm:pt modelId="{ECB2B81A-5B67-42E6-8622-CCC830D5F965}" type="parTrans" cxnId="{2EE6DAFF-4ABD-4063-A3C6-6BD44D290F28}">
      <dgm:prSet/>
      <dgm:spPr/>
      <dgm:t>
        <a:bodyPr/>
        <a:lstStyle/>
        <a:p>
          <a:endParaRPr lang="en-US"/>
        </a:p>
      </dgm:t>
    </dgm:pt>
    <dgm:pt modelId="{AF531EA1-03B5-4D60-A1B1-9D987499E0AF}" type="sibTrans" cxnId="{2EE6DAFF-4ABD-4063-A3C6-6BD44D290F28}">
      <dgm:prSet/>
      <dgm:spPr/>
      <dgm:t>
        <a:bodyPr/>
        <a:lstStyle/>
        <a:p>
          <a:endParaRPr lang="en-US"/>
        </a:p>
      </dgm:t>
    </dgm:pt>
    <dgm:pt modelId="{B1AB5A57-74EC-4592-94C6-DE3632E7F47E}">
      <dgm:prSet/>
      <dgm:spPr/>
      <dgm:t>
        <a:bodyPr/>
        <a:lstStyle/>
        <a:p>
          <a:r>
            <a:rPr lang="en-US"/>
            <a:t>Needed Comprehension of Modeling Stats</a:t>
          </a:r>
        </a:p>
      </dgm:t>
    </dgm:pt>
    <dgm:pt modelId="{47118CD9-13DC-4476-B434-29A488D3FFC6}" type="parTrans" cxnId="{FBA05394-BA25-4A07-BA45-7DFFE4793A3E}">
      <dgm:prSet/>
      <dgm:spPr/>
      <dgm:t>
        <a:bodyPr/>
        <a:lstStyle/>
        <a:p>
          <a:endParaRPr lang="en-US"/>
        </a:p>
      </dgm:t>
    </dgm:pt>
    <dgm:pt modelId="{32DC6FDB-EE3F-4CEB-888F-9B705C7C1608}" type="sibTrans" cxnId="{FBA05394-BA25-4A07-BA45-7DFFE4793A3E}">
      <dgm:prSet/>
      <dgm:spPr/>
      <dgm:t>
        <a:bodyPr/>
        <a:lstStyle/>
        <a:p>
          <a:endParaRPr lang="en-US"/>
        </a:p>
      </dgm:t>
    </dgm:pt>
    <dgm:pt modelId="{297FB5FE-CC3E-487B-9699-2F43EDC03DCB}" type="pres">
      <dgm:prSet presAssocID="{94724CC7-9974-494C-9BBC-9D683532122A}" presName="linear" presStyleCnt="0">
        <dgm:presLayoutVars>
          <dgm:animLvl val="lvl"/>
          <dgm:resizeHandles val="exact"/>
        </dgm:presLayoutVars>
      </dgm:prSet>
      <dgm:spPr/>
    </dgm:pt>
    <dgm:pt modelId="{8C184D2B-F293-4209-A564-2739D7F80198}" type="pres">
      <dgm:prSet presAssocID="{5A1548C1-7A81-4D83-8301-E3498B600DA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F0CB341-73D1-41F7-9364-D6051D494A2C}" type="pres">
      <dgm:prSet presAssocID="{A0793D55-8692-44D4-9673-B0AD1988A6D5}" presName="spacer" presStyleCnt="0"/>
      <dgm:spPr/>
    </dgm:pt>
    <dgm:pt modelId="{76066B1B-BF59-4AB6-9778-E36F14FAF8B2}" type="pres">
      <dgm:prSet presAssocID="{5B840AE3-8217-4C30-89C1-3A073A082AE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62450D8-54AA-4698-96A1-F8ED77576328}" type="pres">
      <dgm:prSet presAssocID="{DE9C58A5-5755-4996-8A8A-F8E1DDB38AD1}" presName="spacer" presStyleCnt="0"/>
      <dgm:spPr/>
    </dgm:pt>
    <dgm:pt modelId="{6C8165C0-5A98-4711-AA52-194BF00240DF}" type="pres">
      <dgm:prSet presAssocID="{8F857098-F9FC-4988-A4C1-251067471C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71F1510-E409-4458-8155-E0F781C9328F}" type="pres">
      <dgm:prSet presAssocID="{EF7C4368-F7B5-43F3-8F87-CCAFE322BD5B}" presName="spacer" presStyleCnt="0"/>
      <dgm:spPr/>
    </dgm:pt>
    <dgm:pt modelId="{E8A7FBD5-9EC0-4EBB-B764-08F9698E9A11}" type="pres">
      <dgm:prSet presAssocID="{EADAAFB8-E4EA-4D71-A307-132B9862275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C7ADC3A-A729-49CC-9E7B-08E1DA4A262F}" type="pres">
      <dgm:prSet presAssocID="{FB9F0322-2C7E-4F3C-946E-9E07839D4A5F}" presName="spacer" presStyleCnt="0"/>
      <dgm:spPr/>
    </dgm:pt>
    <dgm:pt modelId="{2229F36E-8424-41A4-A5C2-B06A7DC77F96}" type="pres">
      <dgm:prSet presAssocID="{55525E43-15E0-4626-B859-0AB3D74E812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C94EC41-3B76-4C11-AC24-E193308FF2F6}" type="pres">
      <dgm:prSet presAssocID="{AF531EA1-03B5-4D60-A1B1-9D987499E0AF}" presName="spacer" presStyleCnt="0"/>
      <dgm:spPr/>
    </dgm:pt>
    <dgm:pt modelId="{A7E754C2-A929-4139-B82B-93F9B94ED75D}" type="pres">
      <dgm:prSet presAssocID="{B1AB5A57-74EC-4592-94C6-DE3632E7F47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1F7E01F-2901-4385-8637-3A7BE37159AB}" srcId="{94724CC7-9974-494C-9BBC-9D683532122A}" destId="{EADAAFB8-E4EA-4D71-A307-132B98622751}" srcOrd="3" destOrd="0" parTransId="{1A105A58-C32D-4292-A59F-FD7747A5EABD}" sibTransId="{FB9F0322-2C7E-4F3C-946E-9E07839D4A5F}"/>
    <dgm:cxn modelId="{39260E36-4A82-467C-B005-0C830663E51B}" type="presOf" srcId="{B1AB5A57-74EC-4592-94C6-DE3632E7F47E}" destId="{A7E754C2-A929-4139-B82B-93F9B94ED75D}" srcOrd="0" destOrd="0" presId="urn:microsoft.com/office/officeart/2005/8/layout/vList2"/>
    <dgm:cxn modelId="{2FA90139-101A-4711-979C-D9F1450B0BEF}" srcId="{94724CC7-9974-494C-9BBC-9D683532122A}" destId="{8F857098-F9FC-4988-A4C1-251067471CC5}" srcOrd="2" destOrd="0" parTransId="{19EC5D66-BA13-458D-8031-E6F819902699}" sibTransId="{EF7C4368-F7B5-43F3-8F87-CCAFE322BD5B}"/>
    <dgm:cxn modelId="{81E14E6B-2142-496B-89F2-EC06E11F67B2}" type="presOf" srcId="{EADAAFB8-E4EA-4D71-A307-132B98622751}" destId="{E8A7FBD5-9EC0-4EBB-B764-08F9698E9A11}" srcOrd="0" destOrd="0" presId="urn:microsoft.com/office/officeart/2005/8/layout/vList2"/>
    <dgm:cxn modelId="{8837E74F-308D-4A97-B005-2EF726F9D5BE}" type="presOf" srcId="{8F857098-F9FC-4988-A4C1-251067471CC5}" destId="{6C8165C0-5A98-4711-AA52-194BF00240DF}" srcOrd="0" destOrd="0" presId="urn:microsoft.com/office/officeart/2005/8/layout/vList2"/>
    <dgm:cxn modelId="{C3D6A184-A312-43C7-A4AC-9003D1F0C4DE}" type="presOf" srcId="{5A1548C1-7A81-4D83-8301-E3498B600DA8}" destId="{8C184D2B-F293-4209-A564-2739D7F80198}" srcOrd="0" destOrd="0" presId="urn:microsoft.com/office/officeart/2005/8/layout/vList2"/>
    <dgm:cxn modelId="{48EFE587-5C99-4CEB-AD1F-861DB1DD3D04}" type="presOf" srcId="{5B840AE3-8217-4C30-89C1-3A073A082AEC}" destId="{76066B1B-BF59-4AB6-9778-E36F14FAF8B2}" srcOrd="0" destOrd="0" presId="urn:microsoft.com/office/officeart/2005/8/layout/vList2"/>
    <dgm:cxn modelId="{FBA05394-BA25-4A07-BA45-7DFFE4793A3E}" srcId="{94724CC7-9974-494C-9BBC-9D683532122A}" destId="{B1AB5A57-74EC-4592-94C6-DE3632E7F47E}" srcOrd="5" destOrd="0" parTransId="{47118CD9-13DC-4476-B434-29A488D3FFC6}" sibTransId="{32DC6FDB-EE3F-4CEB-888F-9B705C7C1608}"/>
    <dgm:cxn modelId="{1662BC99-94EE-4B69-BE84-43E4B8EB241C}" srcId="{94724CC7-9974-494C-9BBC-9D683532122A}" destId="{5A1548C1-7A81-4D83-8301-E3498B600DA8}" srcOrd="0" destOrd="0" parTransId="{9CEA50F6-1B86-4178-867C-26AC99433C9D}" sibTransId="{A0793D55-8692-44D4-9673-B0AD1988A6D5}"/>
    <dgm:cxn modelId="{FF99E8A0-0831-435A-8A3C-D5E803623E5C}" srcId="{94724CC7-9974-494C-9BBC-9D683532122A}" destId="{5B840AE3-8217-4C30-89C1-3A073A082AEC}" srcOrd="1" destOrd="0" parTransId="{DB03E3DD-6CE1-4E6C-B75C-E0BF746BD1E1}" sibTransId="{DE9C58A5-5755-4996-8A8A-F8E1DDB38AD1}"/>
    <dgm:cxn modelId="{EB7B5BA1-02E7-4B6C-B82C-90FBF738BF47}" type="presOf" srcId="{94724CC7-9974-494C-9BBC-9D683532122A}" destId="{297FB5FE-CC3E-487B-9699-2F43EDC03DCB}" srcOrd="0" destOrd="0" presId="urn:microsoft.com/office/officeart/2005/8/layout/vList2"/>
    <dgm:cxn modelId="{67834CFA-A7C7-494F-ADB3-7E5E0B5A7688}" type="presOf" srcId="{55525E43-15E0-4626-B859-0AB3D74E812E}" destId="{2229F36E-8424-41A4-A5C2-B06A7DC77F96}" srcOrd="0" destOrd="0" presId="urn:microsoft.com/office/officeart/2005/8/layout/vList2"/>
    <dgm:cxn modelId="{2EE6DAFF-4ABD-4063-A3C6-6BD44D290F28}" srcId="{94724CC7-9974-494C-9BBC-9D683532122A}" destId="{55525E43-15E0-4626-B859-0AB3D74E812E}" srcOrd="4" destOrd="0" parTransId="{ECB2B81A-5B67-42E6-8622-CCC830D5F965}" sibTransId="{AF531EA1-03B5-4D60-A1B1-9D987499E0AF}"/>
    <dgm:cxn modelId="{B63BD815-2B5B-4E31-BFD5-326975D361BC}" type="presParOf" srcId="{297FB5FE-CC3E-487B-9699-2F43EDC03DCB}" destId="{8C184D2B-F293-4209-A564-2739D7F80198}" srcOrd="0" destOrd="0" presId="urn:microsoft.com/office/officeart/2005/8/layout/vList2"/>
    <dgm:cxn modelId="{8FAFDB82-3B06-4A8E-8248-C817764DF020}" type="presParOf" srcId="{297FB5FE-CC3E-487B-9699-2F43EDC03DCB}" destId="{9F0CB341-73D1-41F7-9364-D6051D494A2C}" srcOrd="1" destOrd="0" presId="urn:microsoft.com/office/officeart/2005/8/layout/vList2"/>
    <dgm:cxn modelId="{D1117469-3FF0-4821-AE34-898C4AF3DA52}" type="presParOf" srcId="{297FB5FE-CC3E-487B-9699-2F43EDC03DCB}" destId="{76066B1B-BF59-4AB6-9778-E36F14FAF8B2}" srcOrd="2" destOrd="0" presId="urn:microsoft.com/office/officeart/2005/8/layout/vList2"/>
    <dgm:cxn modelId="{C13AAD55-C530-43E3-81A0-88CF56A4DDB0}" type="presParOf" srcId="{297FB5FE-CC3E-487B-9699-2F43EDC03DCB}" destId="{162450D8-54AA-4698-96A1-F8ED77576328}" srcOrd="3" destOrd="0" presId="urn:microsoft.com/office/officeart/2005/8/layout/vList2"/>
    <dgm:cxn modelId="{A87CDDE9-6964-45B7-865F-0CE727A0F379}" type="presParOf" srcId="{297FB5FE-CC3E-487B-9699-2F43EDC03DCB}" destId="{6C8165C0-5A98-4711-AA52-194BF00240DF}" srcOrd="4" destOrd="0" presId="urn:microsoft.com/office/officeart/2005/8/layout/vList2"/>
    <dgm:cxn modelId="{0114F296-0CDD-42EC-894A-78D85AD9E721}" type="presParOf" srcId="{297FB5FE-CC3E-487B-9699-2F43EDC03DCB}" destId="{571F1510-E409-4458-8155-E0F781C9328F}" srcOrd="5" destOrd="0" presId="urn:microsoft.com/office/officeart/2005/8/layout/vList2"/>
    <dgm:cxn modelId="{1A0E0F15-78CC-4949-859A-66DC7D18E559}" type="presParOf" srcId="{297FB5FE-CC3E-487B-9699-2F43EDC03DCB}" destId="{E8A7FBD5-9EC0-4EBB-B764-08F9698E9A11}" srcOrd="6" destOrd="0" presId="urn:microsoft.com/office/officeart/2005/8/layout/vList2"/>
    <dgm:cxn modelId="{1D26752B-A49D-4A61-BEDC-9188981DA00F}" type="presParOf" srcId="{297FB5FE-CC3E-487B-9699-2F43EDC03DCB}" destId="{AC7ADC3A-A729-49CC-9E7B-08E1DA4A262F}" srcOrd="7" destOrd="0" presId="urn:microsoft.com/office/officeart/2005/8/layout/vList2"/>
    <dgm:cxn modelId="{F3F726CA-E834-4C2F-B508-78E38278B801}" type="presParOf" srcId="{297FB5FE-CC3E-487B-9699-2F43EDC03DCB}" destId="{2229F36E-8424-41A4-A5C2-B06A7DC77F96}" srcOrd="8" destOrd="0" presId="urn:microsoft.com/office/officeart/2005/8/layout/vList2"/>
    <dgm:cxn modelId="{97CB9FEE-5A97-4A92-86C5-D62F844789C7}" type="presParOf" srcId="{297FB5FE-CC3E-487B-9699-2F43EDC03DCB}" destId="{2C94EC41-3B76-4C11-AC24-E193308FF2F6}" srcOrd="9" destOrd="0" presId="urn:microsoft.com/office/officeart/2005/8/layout/vList2"/>
    <dgm:cxn modelId="{E99719CD-3023-412E-A815-2F87307888F1}" type="presParOf" srcId="{297FB5FE-CC3E-487B-9699-2F43EDC03DCB}" destId="{A7E754C2-A929-4139-B82B-93F9B94ED75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84D2B-F293-4209-A564-2739D7F80198}">
      <dsp:nvSpPr>
        <dsp:cNvPr id="0" name=""/>
        <dsp:cNvSpPr/>
      </dsp:nvSpPr>
      <dsp:spPr>
        <a:xfrm>
          <a:off x="0" y="9321"/>
          <a:ext cx="106680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Holistic Approach</a:t>
          </a:r>
        </a:p>
      </dsp:txBody>
      <dsp:txXfrm>
        <a:off x="28100" y="37421"/>
        <a:ext cx="10611800" cy="519439"/>
      </dsp:txXfrm>
    </dsp:sp>
    <dsp:sp modelId="{76066B1B-BF59-4AB6-9778-E36F14FAF8B2}">
      <dsp:nvSpPr>
        <dsp:cNvPr id="0" name=""/>
        <dsp:cNvSpPr/>
      </dsp:nvSpPr>
      <dsp:spPr>
        <a:xfrm>
          <a:off x="0" y="654081"/>
          <a:ext cx="106680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Required Critical Thinking</a:t>
          </a:r>
        </a:p>
      </dsp:txBody>
      <dsp:txXfrm>
        <a:off x="28100" y="682181"/>
        <a:ext cx="10611800" cy="519439"/>
      </dsp:txXfrm>
    </dsp:sp>
    <dsp:sp modelId="{6C8165C0-5A98-4711-AA52-194BF00240DF}">
      <dsp:nvSpPr>
        <dsp:cNvPr id="0" name=""/>
        <dsp:cNvSpPr/>
      </dsp:nvSpPr>
      <dsp:spPr>
        <a:xfrm>
          <a:off x="0" y="1298841"/>
          <a:ext cx="106680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Forced Understanding Beyond Coding</a:t>
          </a:r>
        </a:p>
      </dsp:txBody>
      <dsp:txXfrm>
        <a:off x="28100" y="1326941"/>
        <a:ext cx="10611800" cy="519439"/>
      </dsp:txXfrm>
    </dsp:sp>
    <dsp:sp modelId="{E8A7FBD5-9EC0-4EBB-B764-08F9698E9A11}">
      <dsp:nvSpPr>
        <dsp:cNvPr id="0" name=""/>
        <dsp:cNvSpPr/>
      </dsp:nvSpPr>
      <dsp:spPr>
        <a:xfrm>
          <a:off x="0" y="1943601"/>
          <a:ext cx="106680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Trial and Error Modeling</a:t>
          </a:r>
        </a:p>
      </dsp:txBody>
      <dsp:txXfrm>
        <a:off x="28100" y="1971701"/>
        <a:ext cx="10611800" cy="519439"/>
      </dsp:txXfrm>
    </dsp:sp>
    <dsp:sp modelId="{2229F36E-8424-41A4-A5C2-B06A7DC77F96}">
      <dsp:nvSpPr>
        <dsp:cNvPr id="0" name=""/>
        <dsp:cNvSpPr/>
      </dsp:nvSpPr>
      <dsp:spPr>
        <a:xfrm>
          <a:off x="0" y="2588361"/>
          <a:ext cx="106680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Cyclic Nature of Data Science</a:t>
          </a:r>
        </a:p>
      </dsp:txBody>
      <dsp:txXfrm>
        <a:off x="28100" y="2616461"/>
        <a:ext cx="10611800" cy="519439"/>
      </dsp:txXfrm>
    </dsp:sp>
    <dsp:sp modelId="{A7E754C2-A929-4139-B82B-93F9B94ED75D}">
      <dsp:nvSpPr>
        <dsp:cNvPr id="0" name=""/>
        <dsp:cNvSpPr/>
      </dsp:nvSpPr>
      <dsp:spPr>
        <a:xfrm>
          <a:off x="0" y="3233121"/>
          <a:ext cx="106680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Needed Comprehension of Modeling Stats</a:t>
          </a:r>
        </a:p>
      </dsp:txBody>
      <dsp:txXfrm>
        <a:off x="28100" y="3261221"/>
        <a:ext cx="10611800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6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6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6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9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4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4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9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6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04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31AD0-99B0-1A45-737E-FF6F0D726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3"/>
          <a:stretch/>
        </p:blipFill>
        <p:spPr>
          <a:xfrm>
            <a:off x="20" y="10"/>
            <a:ext cx="609598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2758239" y="0"/>
                </a:lnTo>
                <a:lnTo>
                  <a:pt x="2916747" y="218181"/>
                </a:lnTo>
                <a:cubicBezTo>
                  <a:pt x="3525935" y="1023180"/>
                  <a:pt x="4281133" y="1818277"/>
                  <a:pt x="4839749" y="2631787"/>
                </a:cubicBezTo>
                <a:cubicBezTo>
                  <a:pt x="5571203" y="3696928"/>
                  <a:pt x="6122704" y="4799581"/>
                  <a:pt x="6095001" y="5672947"/>
                </a:cubicBezTo>
                <a:cubicBezTo>
                  <a:pt x="6083564" y="6040467"/>
                  <a:pt x="5972980" y="6348559"/>
                  <a:pt x="5792922" y="6612444"/>
                </a:cubicBezTo>
                <a:cubicBezTo>
                  <a:pt x="5755410" y="6667420"/>
                  <a:pt x="5714882" y="6720477"/>
                  <a:pt x="5671607" y="6771753"/>
                </a:cubicBezTo>
                <a:lnTo>
                  <a:pt x="559164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5F5D1E8-E605-4EFC-8912-6E191F84F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789134">
            <a:off x="2400596" y="454890"/>
            <a:ext cx="3969651" cy="5948221"/>
          </a:xfrm>
          <a:custGeom>
            <a:avLst/>
            <a:gdLst>
              <a:gd name="connsiteX0" fmla="*/ 4594048 w 9861488"/>
              <a:gd name="connsiteY0" fmla="*/ 11458472 h 11458472"/>
              <a:gd name="connsiteX1" fmla="*/ 0 w 9861488"/>
              <a:gd name="connsiteY1" fmla="*/ 5948221 h 11458472"/>
              <a:gd name="connsiteX2" fmla="*/ 1863 w 9861488"/>
              <a:gd name="connsiteY2" fmla="*/ 5698862 h 11458472"/>
              <a:gd name="connsiteX3" fmla="*/ 320025 w 9861488"/>
              <a:gd name="connsiteY3" fmla="*/ 3799836 h 11458472"/>
              <a:gd name="connsiteX4" fmla="*/ 3430486 w 9861488"/>
              <a:gd name="connsiteY4" fmla="*/ 295907 h 11458472"/>
              <a:gd name="connsiteX5" fmla="*/ 3863859 w 9861488"/>
              <a:gd name="connsiteY5" fmla="*/ 55612 h 11458472"/>
              <a:gd name="connsiteX6" fmla="*/ 3969651 w 9861488"/>
              <a:gd name="connsiteY6" fmla="*/ 0 h 11458472"/>
              <a:gd name="connsiteX7" fmla="*/ 9861488 w 9861488"/>
              <a:gd name="connsiteY7" fmla="*/ 7066862 h 11458472"/>
              <a:gd name="connsiteX8" fmla="*/ 4594048 w 9861488"/>
              <a:gd name="connsiteY8" fmla="*/ 11458472 h 11458472"/>
              <a:gd name="connsiteX0" fmla="*/ 0 w 9861488"/>
              <a:gd name="connsiteY0" fmla="*/ 5948221 h 11549912"/>
              <a:gd name="connsiteX1" fmla="*/ 1863 w 9861488"/>
              <a:gd name="connsiteY1" fmla="*/ 5698862 h 11549912"/>
              <a:gd name="connsiteX2" fmla="*/ 320025 w 9861488"/>
              <a:gd name="connsiteY2" fmla="*/ 3799836 h 11549912"/>
              <a:gd name="connsiteX3" fmla="*/ 3430486 w 9861488"/>
              <a:gd name="connsiteY3" fmla="*/ 295907 h 11549912"/>
              <a:gd name="connsiteX4" fmla="*/ 3863859 w 9861488"/>
              <a:gd name="connsiteY4" fmla="*/ 55612 h 11549912"/>
              <a:gd name="connsiteX5" fmla="*/ 3969651 w 9861488"/>
              <a:gd name="connsiteY5" fmla="*/ 0 h 11549912"/>
              <a:gd name="connsiteX6" fmla="*/ 9861488 w 9861488"/>
              <a:gd name="connsiteY6" fmla="*/ 7066862 h 11549912"/>
              <a:gd name="connsiteX7" fmla="*/ 4685488 w 9861488"/>
              <a:gd name="connsiteY7" fmla="*/ 11549912 h 11549912"/>
              <a:gd name="connsiteX0" fmla="*/ 0 w 9861488"/>
              <a:gd name="connsiteY0" fmla="*/ 5948221 h 7066862"/>
              <a:gd name="connsiteX1" fmla="*/ 1863 w 9861488"/>
              <a:gd name="connsiteY1" fmla="*/ 5698862 h 7066862"/>
              <a:gd name="connsiteX2" fmla="*/ 320025 w 9861488"/>
              <a:gd name="connsiteY2" fmla="*/ 3799836 h 7066862"/>
              <a:gd name="connsiteX3" fmla="*/ 3430486 w 9861488"/>
              <a:gd name="connsiteY3" fmla="*/ 295907 h 7066862"/>
              <a:gd name="connsiteX4" fmla="*/ 3863859 w 9861488"/>
              <a:gd name="connsiteY4" fmla="*/ 55612 h 7066862"/>
              <a:gd name="connsiteX5" fmla="*/ 3969651 w 9861488"/>
              <a:gd name="connsiteY5" fmla="*/ 0 h 7066862"/>
              <a:gd name="connsiteX6" fmla="*/ 9861488 w 9861488"/>
              <a:gd name="connsiteY6" fmla="*/ 7066862 h 7066862"/>
              <a:gd name="connsiteX0" fmla="*/ 0 w 3969651"/>
              <a:gd name="connsiteY0" fmla="*/ 5948221 h 5948221"/>
              <a:gd name="connsiteX1" fmla="*/ 1863 w 3969651"/>
              <a:gd name="connsiteY1" fmla="*/ 5698862 h 5948221"/>
              <a:gd name="connsiteX2" fmla="*/ 320025 w 3969651"/>
              <a:gd name="connsiteY2" fmla="*/ 3799836 h 5948221"/>
              <a:gd name="connsiteX3" fmla="*/ 3430486 w 3969651"/>
              <a:gd name="connsiteY3" fmla="*/ 295907 h 5948221"/>
              <a:gd name="connsiteX4" fmla="*/ 3863859 w 3969651"/>
              <a:gd name="connsiteY4" fmla="*/ 55612 h 5948221"/>
              <a:gd name="connsiteX5" fmla="*/ 3969651 w 3969651"/>
              <a:gd name="connsiteY5" fmla="*/ 0 h 594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69651" h="5948221">
                <a:moveTo>
                  <a:pt x="0" y="5948221"/>
                </a:moveTo>
                <a:lnTo>
                  <a:pt x="1863" y="5698862"/>
                </a:lnTo>
                <a:cubicBezTo>
                  <a:pt x="27184" y="5017139"/>
                  <a:pt x="133214" y="4368297"/>
                  <a:pt x="320025" y="3799836"/>
                </a:cubicBezTo>
                <a:cubicBezTo>
                  <a:pt x="810579" y="2305232"/>
                  <a:pt x="2027133" y="1118138"/>
                  <a:pt x="3430486" y="295907"/>
                </a:cubicBezTo>
                <a:cubicBezTo>
                  <a:pt x="3545941" y="228312"/>
                  <a:pt x="3692079" y="146862"/>
                  <a:pt x="3863859" y="55612"/>
                </a:cubicBezTo>
                <a:lnTo>
                  <a:pt x="3969651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6A81-EC69-A698-5C89-9FB5A4D58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Data Analysis of NBA Minutes Played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CECF2-8403-9D33-CA3A-2D8C4D888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572000" cy="1524000"/>
          </a:xfrm>
        </p:spPr>
        <p:txBody>
          <a:bodyPr>
            <a:normAutofit/>
          </a:bodyPr>
          <a:lstStyle/>
          <a:p>
            <a:pPr algn="l"/>
            <a:r>
              <a:rPr lang="en-US"/>
              <a:t>By: Grant Bartow-Winstel</a:t>
            </a:r>
          </a:p>
        </p:txBody>
      </p:sp>
    </p:spTree>
    <p:extLst>
      <p:ext uri="{BB962C8B-B14F-4D97-AF65-F5344CB8AC3E}">
        <p14:creationId xmlns:p14="http://schemas.microsoft.com/office/powerpoint/2010/main" val="383788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5373F-A064-1B2E-6144-5D34914AF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B92E1-D80B-C98F-6316-363F64C97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My goal of this assignment was to analyze NBA players minutes played to see if the minutes played was deserved and if this is hindering or helping team success</a:t>
            </a:r>
          </a:p>
          <a:p>
            <a:pPr marL="0" indent="0">
              <a:buNone/>
            </a:pPr>
            <a:r>
              <a:rPr lang="en-US" dirty="0"/>
              <a:t>Analyzing player and team success is a major aspect of data science in sports, a massive business industry, and is growing rapidly with the big data era we are in</a:t>
            </a:r>
          </a:p>
        </p:txBody>
      </p:sp>
    </p:spTree>
    <p:extLst>
      <p:ext uri="{BB962C8B-B14F-4D97-AF65-F5344CB8AC3E}">
        <p14:creationId xmlns:p14="http://schemas.microsoft.com/office/powerpoint/2010/main" val="327260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73906-49A6-76B7-76DC-06866B12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753765"/>
            <a:ext cx="4572000" cy="30562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 for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E47E-EBEC-8177-02C5-FD56A518B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9" y="4571999"/>
            <a:ext cx="4571999" cy="1524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Can I predict a better minutes played rotation in the NBA to increase team success? </a:t>
            </a:r>
          </a:p>
        </p:txBody>
      </p:sp>
      <p:pic>
        <p:nvPicPr>
          <p:cNvPr id="5" name="Picture 4" descr="Close-up of a basketball">
            <a:extLst>
              <a:ext uri="{FF2B5EF4-FFF2-40B4-BE49-F238E27FC236}">
                <a16:creationId xmlns:a16="http://schemas.microsoft.com/office/drawing/2014/main" id="{4F11BC30-D62C-5E49-0DC5-9EA0B11661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9" r="35279" b="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47A9921-6509-49C2-BEBF-924F28066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76653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C512-7AF9-ABEC-3EFC-E179F9483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Excel - NBA player statistics for last 20 years</a:t>
            </a:r>
          </a:p>
          <a:p>
            <a:r>
              <a:rPr lang="en-US" sz="2400" dirty="0"/>
              <a:t>Sports and Business Fields</a:t>
            </a:r>
          </a:p>
          <a:p>
            <a:r>
              <a:rPr lang="en-US" sz="2400" dirty="0"/>
              <a:t>Minutes Played, Effective Field Goal Percentage, Three Pointer Percentage, Total Rebounds, Assists, Steals, Blocks, Points, Win-Loss Record, Games Behind, and Team</a:t>
            </a:r>
          </a:p>
          <a:p>
            <a:r>
              <a:rPr lang="en-US" sz="2400" dirty="0"/>
              <a:t>From Kaggle</a:t>
            </a: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C7FAC-A3FD-F8FC-9774-BC86B87FE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 dirty="0"/>
              <a:t>The Dataset</a:t>
            </a:r>
          </a:p>
        </p:txBody>
      </p:sp>
      <p:pic>
        <p:nvPicPr>
          <p:cNvPr id="14" name="Picture 13" descr="Graph">
            <a:extLst>
              <a:ext uri="{FF2B5EF4-FFF2-40B4-BE49-F238E27FC236}">
                <a16:creationId xmlns:a16="http://schemas.microsoft.com/office/drawing/2014/main" id="{3A1AE3A9-B816-9C4E-3401-F0A579EF86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47" r="26713"/>
          <a:stretch/>
        </p:blipFill>
        <p:spPr>
          <a:xfrm>
            <a:off x="7056852" y="771525"/>
            <a:ext cx="493629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7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D38773D-7F34-999D-450A-D210ACD8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4605130" cy="3810001"/>
          </a:xfrm>
        </p:spPr>
        <p:txBody>
          <a:bodyPr>
            <a:normAutofit/>
          </a:bodyPr>
          <a:lstStyle/>
          <a:p>
            <a:r>
              <a:rPr lang="en-US" sz="2400" dirty="0"/>
              <a:t>Looking for outliers or trends and what color those dots are to gain understanding behind players minutes played</a:t>
            </a:r>
          </a:p>
          <a:p>
            <a:r>
              <a:rPr lang="en-US" sz="2400" dirty="0"/>
              <a:t>Outliers tend to be lower winning percentage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BD471-8141-7229-F9B5-CAC7F8C9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 dirty="0"/>
              <a:t>Exploratory Data Analysis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BB7E620-BF0D-FA45-7FB4-7811FA633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375" y="1604962"/>
            <a:ext cx="6686625" cy="459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0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E9291D-FA89-4CBB-93B0-EACF31DBA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7" y="2285999"/>
            <a:ext cx="4657577" cy="3810001"/>
          </a:xfrm>
        </p:spPr>
        <p:txBody>
          <a:bodyPr>
            <a:normAutofit/>
          </a:bodyPr>
          <a:lstStyle/>
          <a:p>
            <a:r>
              <a:rPr lang="en-US" sz="2400" dirty="0"/>
              <a:t>Looking for common trends amongst teams that are successful or unsuccessful </a:t>
            </a:r>
          </a:p>
          <a:p>
            <a:r>
              <a:rPr lang="en-US" sz="2400" dirty="0"/>
              <a:t>Plateau of minutes played typically shows success</a:t>
            </a:r>
          </a:p>
          <a:p>
            <a:r>
              <a:rPr lang="en-US" sz="2400" dirty="0"/>
              <a:t>A large hump at top typically shows lack of success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09515-EC8B-0964-DAB7-D90352D0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Exploratory Data Analysis</a:t>
            </a:r>
          </a:p>
        </p:txBody>
      </p:sp>
      <p:pic>
        <p:nvPicPr>
          <p:cNvPr id="5" name="Content Placeholder 4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9194715F-EC72-3C4B-0F78-1D5F30607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577" y="1591627"/>
            <a:ext cx="6772423" cy="468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2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1966C-467F-5FFC-3875-94164DE1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6" y="1341784"/>
            <a:ext cx="6080325" cy="396741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DB73F1-4813-E77D-FFD5-DA95ACBF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113" y="2286000"/>
            <a:ext cx="5334000" cy="3810001"/>
          </a:xfrm>
        </p:spPr>
        <p:txBody>
          <a:bodyPr>
            <a:normAutofit/>
          </a:bodyPr>
          <a:lstStyle/>
          <a:p>
            <a:r>
              <a:rPr lang="en-US" sz="2400" dirty="0"/>
              <a:t>Finding graph central tendency</a:t>
            </a:r>
          </a:p>
          <a:p>
            <a:r>
              <a:rPr lang="en-US" sz="2400" dirty="0"/>
              <a:t>Skewed to the right, showing most players being bench or role players</a:t>
            </a:r>
          </a:p>
          <a:p>
            <a:r>
              <a:rPr lang="en-US" sz="2400" dirty="0"/>
              <a:t>A select few superstars who play 40 minutes or more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7F304-0B81-F3E5-DAED-E5ED34043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itka Subheading"/>
                <a:ea typeface="+mj-ea"/>
                <a:cs typeface="+mj-cs"/>
              </a:rPr>
              <a:t>Exploratory Data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7861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A13B60C-56B1-46B4-98A6-1482A52E7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31865" y="-31864"/>
            <a:ext cx="4785362" cy="4849091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024A8E9-062E-406A-BE10-CED280011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341352" y="-341351"/>
            <a:ext cx="4651297" cy="5334001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rgbClr val="F1CB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F5606-3FC1-BF69-E20A-19353655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62000"/>
            <a:ext cx="3048001" cy="2286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0" lang="en-US" sz="3200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Exploratory Data Analysis</a:t>
            </a:r>
            <a:endParaRPr lang="en-US" sz="3200">
              <a:solidFill>
                <a:srgbClr val="FFFFFF"/>
              </a:solidFill>
            </a:endParaRPr>
          </a:p>
        </p:txBody>
      </p:sp>
      <p:pic>
        <p:nvPicPr>
          <p:cNvPr id="6" name="Content Placeholder 5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F4FDAD87-2837-FA9F-8831-853EA8E1C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1" y="4423788"/>
            <a:ext cx="5186099" cy="1831271"/>
          </a:xfrm>
          <a:prstGeom prst="rect">
            <a:avLst/>
          </a:prstGeom>
        </p:spPr>
      </p:pic>
      <p:pic>
        <p:nvPicPr>
          <p:cNvPr id="8" name="Content Placeholder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9C1870C-77AB-F3AF-6803-EAD9D516A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634" y="1353466"/>
            <a:ext cx="4736846" cy="2140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4220A0-5543-556F-A988-2005E46D0C76}"/>
              </a:ext>
            </a:extLst>
          </p:cNvPr>
          <p:cNvSpPr txBox="1"/>
          <p:nvPr/>
        </p:nvSpPr>
        <p:spPr>
          <a:xfrm>
            <a:off x="5334000" y="3903477"/>
            <a:ext cx="309597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5486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P-Value of .4907 means we do not reject the null hypothesis. </a:t>
            </a:r>
          </a:p>
          <a:p>
            <a:pPr marL="171450" indent="-171450" defTabSz="5486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mean playing time is not different enough to reject hypothesis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21055D-CA9C-42D6-ED11-A14FCBBF16AA}"/>
              </a:ext>
            </a:extLst>
          </p:cNvPr>
          <p:cNvSpPr txBox="1"/>
          <p:nvPr/>
        </p:nvSpPr>
        <p:spPr>
          <a:xfrm>
            <a:off x="9048422" y="3903477"/>
            <a:ext cx="2381578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5486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Gauging contribution of independent variables</a:t>
            </a:r>
          </a:p>
          <a:p>
            <a:pPr marL="171450" indent="-171450" defTabSz="5486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Win-Loss has a more direct 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7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DB893E-CAA2-A14F-A9B2-76EE6B533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7" y="3228975"/>
            <a:ext cx="5954003" cy="1343026"/>
          </a:xfrm>
          <a:prstGeom prst="rect">
            <a:avLst/>
          </a:prstGeom>
        </p:spPr>
      </p:pic>
      <p:sp>
        <p:nvSpPr>
          <p:cNvPr id="30" name="Content Placeholder 10">
            <a:extLst>
              <a:ext uri="{FF2B5EF4-FFF2-40B4-BE49-F238E27FC236}">
                <a16:creationId xmlns:a16="http://schemas.microsoft.com/office/drawing/2014/main" id="{2B963C04-29F5-4B5F-A60F-F6B6550F5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>
            <a:normAutofit/>
          </a:bodyPr>
          <a:lstStyle/>
          <a:p>
            <a:r>
              <a:rPr lang="en-US" sz="2400" dirty="0"/>
              <a:t>Gaussian Kernal model after splitting into training and testing datasets and setting cross validation</a:t>
            </a:r>
          </a:p>
          <a:p>
            <a:r>
              <a:rPr lang="en-US" sz="2400" dirty="0"/>
              <a:t>Root Mean Square Error: 2.497955</a:t>
            </a:r>
          </a:p>
          <a:p>
            <a:r>
              <a:rPr lang="en-US" sz="2400" dirty="0"/>
              <a:t>2.50 minutes of deviation in </a:t>
            </a:r>
            <a:r>
              <a:rPr lang="en-US" sz="2400"/>
              <a:t>the model</a:t>
            </a: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8526D-3967-D915-2DE5-DB65B15F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64332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5E397-9B49-21BA-0182-F5F8DF46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r>
              <a:rPr lang="en-US" sz="2400" dirty="0"/>
              <a:t>Linear Regression Model</a:t>
            </a:r>
          </a:p>
          <a:p>
            <a:r>
              <a:rPr lang="en-US" sz="2400" dirty="0"/>
              <a:t>R-squared: .8707</a:t>
            </a:r>
          </a:p>
          <a:p>
            <a:r>
              <a:rPr lang="en-US" sz="2400" dirty="0"/>
              <a:t>87% of variability shown in model</a:t>
            </a:r>
          </a:p>
          <a:p>
            <a:r>
              <a:rPr lang="en-US" sz="2400" dirty="0"/>
              <a:t>Higher Coefficients: Steals and 3-Point Percentage</a:t>
            </a:r>
          </a:p>
          <a:p>
            <a:r>
              <a:rPr lang="en-US" sz="2400" dirty="0"/>
              <a:t>Lower Coefficients: Overall Shooting, Blocks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F1173-39AB-A35A-88C2-1C21C0BF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9E3A42-055F-B3E2-9720-6F210632E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395193"/>
            <a:ext cx="5334000" cy="408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5615F8-B807-416B-8DBB-536E4371A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AE9AACA-ADBD-332B-B130-52D726E8B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0" y="1519959"/>
            <a:ext cx="4034501" cy="45800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Decision Tree Model after Converting Minutes Played to Labels</a:t>
            </a:r>
          </a:p>
          <a:p>
            <a:r>
              <a:rPr lang="en-US" dirty="0"/>
              <a:t>Model Picked correctly at 92%</a:t>
            </a:r>
          </a:p>
          <a:p>
            <a:r>
              <a:rPr lang="en-US" dirty="0"/>
              <a:t>Overall performs well and could help teams perfect playing time when the model differs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875AD-1F64-AAC4-FA58-4C559AD2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048000" cy="1524000"/>
          </a:xfrm>
        </p:spPr>
        <p:txBody>
          <a:bodyPr anchor="t">
            <a:normAutofit/>
          </a:bodyPr>
          <a:lstStyle/>
          <a:p>
            <a:r>
              <a:rPr lang="en-US" sz="3200"/>
              <a:t>Models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FBB6C3F-2BCC-412E-B189-AF3940FBC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6" y="1041287"/>
            <a:ext cx="3795325" cy="2403134"/>
          </a:xfrm>
          <a:custGeom>
            <a:avLst/>
            <a:gdLst>
              <a:gd name="connsiteX0" fmla="*/ 2184722 w 3795325"/>
              <a:gd name="connsiteY0" fmla="*/ 841 h 2403134"/>
              <a:gd name="connsiteX1" fmla="*/ 3677533 w 3795325"/>
              <a:gd name="connsiteY1" fmla="*/ 894830 h 2403134"/>
              <a:gd name="connsiteX2" fmla="*/ 3190190 w 3795325"/>
              <a:gd name="connsiteY2" fmla="*/ 2178399 h 2403134"/>
              <a:gd name="connsiteX3" fmla="*/ 70136 w 3795325"/>
              <a:gd name="connsiteY3" fmla="*/ 1781594 h 2403134"/>
              <a:gd name="connsiteX4" fmla="*/ 373717 w 3795325"/>
              <a:gd name="connsiteY4" fmla="*/ 712643 h 2403134"/>
              <a:gd name="connsiteX5" fmla="*/ 2058627 w 3795325"/>
              <a:gd name="connsiteY5" fmla="*/ 11266 h 2403134"/>
              <a:gd name="connsiteX6" fmla="*/ 2184722 w 3795325"/>
              <a:gd name="connsiteY6" fmla="*/ 841 h 240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95325" h="2403134">
                <a:moveTo>
                  <a:pt x="2184722" y="841"/>
                </a:moveTo>
                <a:cubicBezTo>
                  <a:pt x="2814560" y="-21325"/>
                  <a:pt x="3427201" y="397824"/>
                  <a:pt x="3677533" y="894830"/>
                </a:cubicBezTo>
                <a:cubicBezTo>
                  <a:pt x="3905982" y="1349627"/>
                  <a:pt x="3831860" y="1869725"/>
                  <a:pt x="3190190" y="2178399"/>
                </a:cubicBezTo>
                <a:cubicBezTo>
                  <a:pt x="2451548" y="2533654"/>
                  <a:pt x="455452" y="2514018"/>
                  <a:pt x="70136" y="1781594"/>
                </a:cubicBezTo>
                <a:cubicBezTo>
                  <a:pt x="-105004" y="1447806"/>
                  <a:pt x="67090" y="1001681"/>
                  <a:pt x="373717" y="712643"/>
                </a:cubicBezTo>
                <a:cubicBezTo>
                  <a:pt x="803704" y="308075"/>
                  <a:pt x="1480908" y="87517"/>
                  <a:pt x="2058627" y="11266"/>
                </a:cubicBezTo>
                <a:cubicBezTo>
                  <a:pt x="2100667" y="5758"/>
                  <a:pt x="2142732" y="2319"/>
                  <a:pt x="2184722" y="84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072F1F1-F5A7-41C5-8CFF-9B42383FF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0307" y="914400"/>
            <a:ext cx="3795329" cy="2272931"/>
          </a:xfrm>
          <a:custGeom>
            <a:avLst/>
            <a:gdLst>
              <a:gd name="connsiteX0" fmla="*/ 252822 w 466107"/>
              <a:gd name="connsiteY0" fmla="*/ 1539 h 328114"/>
              <a:gd name="connsiteX1" fmla="*/ 451641 w 466107"/>
              <a:gd name="connsiteY1" fmla="*/ 122177 h 328114"/>
              <a:gd name="connsiteX2" fmla="*/ 391790 w 466107"/>
              <a:gd name="connsiteY2" fmla="*/ 297430 h 328114"/>
              <a:gd name="connsiteX3" fmla="*/ 8614 w 466107"/>
              <a:gd name="connsiteY3" fmla="*/ 243252 h 328114"/>
              <a:gd name="connsiteX4" fmla="*/ 45897 w 466107"/>
              <a:gd name="connsiteY4" fmla="*/ 97302 h 328114"/>
              <a:gd name="connsiteX5" fmla="*/ 252822 w 466107"/>
              <a:gd name="connsiteY5" fmla="*/ 1539 h 32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6107" h="328114">
                <a:moveTo>
                  <a:pt x="252822" y="1539"/>
                </a:moveTo>
                <a:cubicBezTo>
                  <a:pt x="335429" y="-10494"/>
                  <a:pt x="418848" y="49794"/>
                  <a:pt x="451641" y="122177"/>
                </a:cubicBezTo>
                <a:cubicBezTo>
                  <a:pt x="479697" y="184273"/>
                  <a:pt x="470594" y="255285"/>
                  <a:pt x="391790" y="297430"/>
                </a:cubicBezTo>
                <a:cubicBezTo>
                  <a:pt x="301077" y="345935"/>
                  <a:pt x="55935" y="343254"/>
                  <a:pt x="8614" y="243252"/>
                </a:cubicBezTo>
                <a:cubicBezTo>
                  <a:pt x="-12895" y="197678"/>
                  <a:pt x="8240" y="136766"/>
                  <a:pt x="45897" y="97302"/>
                </a:cubicBezTo>
                <a:cubicBezTo>
                  <a:pt x="98704" y="42064"/>
                  <a:pt x="181872" y="11950"/>
                  <a:pt x="252822" y="1539"/>
                </a:cubicBezTo>
                <a:close/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C914C68-21BF-4DA6-8AD3-1277B2678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4953" y="3695422"/>
            <a:ext cx="3424830" cy="2333904"/>
          </a:xfrm>
          <a:custGeom>
            <a:avLst/>
            <a:gdLst>
              <a:gd name="connsiteX0" fmla="*/ 2057928 w 3424830"/>
              <a:gd name="connsiteY0" fmla="*/ 1514 h 2333904"/>
              <a:gd name="connsiteX1" fmla="*/ 2798241 w 3424830"/>
              <a:gd name="connsiteY1" fmla="*/ 137443 h 2333904"/>
              <a:gd name="connsiteX2" fmla="*/ 3305718 w 3424830"/>
              <a:gd name="connsiteY2" fmla="*/ 1153080 h 2333904"/>
              <a:gd name="connsiteX3" fmla="*/ 511998 w 3424830"/>
              <a:gd name="connsiteY3" fmla="*/ 2276616 h 2333904"/>
              <a:gd name="connsiteX4" fmla="*/ 6879 w 3424830"/>
              <a:gd name="connsiteY4" fmla="*/ 1475695 h 2333904"/>
              <a:gd name="connsiteX5" fmla="*/ 873404 w 3424830"/>
              <a:gd name="connsiteY5" fmla="*/ 297119 h 2333904"/>
              <a:gd name="connsiteX6" fmla="*/ 1795887 w 3424830"/>
              <a:gd name="connsiteY6" fmla="*/ 5604 h 2333904"/>
              <a:gd name="connsiteX7" fmla="*/ 2057928 w 3424830"/>
              <a:gd name="connsiteY7" fmla="*/ 1514 h 2333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4830" h="2333904">
                <a:moveTo>
                  <a:pt x="2057928" y="1514"/>
                </a:moveTo>
                <a:cubicBezTo>
                  <a:pt x="2319940" y="10302"/>
                  <a:pt x="2578077" y="57197"/>
                  <a:pt x="2798241" y="137443"/>
                </a:cubicBezTo>
                <a:cubicBezTo>
                  <a:pt x="3301471" y="321017"/>
                  <a:pt x="3606337" y="678391"/>
                  <a:pt x="3305718" y="1153080"/>
                </a:cubicBezTo>
                <a:cubicBezTo>
                  <a:pt x="2959389" y="1699458"/>
                  <a:pt x="1336592" y="2564833"/>
                  <a:pt x="511998" y="2276616"/>
                </a:cubicBezTo>
                <a:cubicBezTo>
                  <a:pt x="136458" y="2145183"/>
                  <a:pt x="-37885" y="1791068"/>
                  <a:pt x="6879" y="1475695"/>
                </a:cubicBezTo>
                <a:cubicBezTo>
                  <a:pt x="69549" y="1033953"/>
                  <a:pt x="461111" y="598733"/>
                  <a:pt x="873404" y="297119"/>
                </a:cubicBezTo>
                <a:cubicBezTo>
                  <a:pt x="1113720" y="121873"/>
                  <a:pt x="1448145" y="28457"/>
                  <a:pt x="1795887" y="5604"/>
                </a:cubicBezTo>
                <a:cubicBezTo>
                  <a:pt x="1882823" y="-111"/>
                  <a:pt x="1970591" y="-1416"/>
                  <a:pt x="2057928" y="151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3F90E-43DB-21FF-B483-48D6B6C8D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18" y="506568"/>
            <a:ext cx="3087848" cy="3849238"/>
          </a:xfrm>
          <a:prstGeom prst="rect">
            <a:avLst/>
          </a:prstGeom>
        </p:spPr>
      </p:pic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9B4F6B2-FD8A-7846-008C-1AB06072E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49" y="4968421"/>
            <a:ext cx="4683528" cy="81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5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BDFE-B8A8-1103-815E-386B6857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77E6CDD-C313-CB89-558C-84E727FF0D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2286000"/>
          <a:ext cx="10668000" cy="3818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2578678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Light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EC7179"/>
      </a:accent1>
      <a:accent2>
        <a:srgbClr val="E88651"/>
      </a:accent2>
      <a:accent3>
        <a:srgbClr val="BFA13E"/>
      </a:accent3>
      <a:accent4>
        <a:srgbClr val="98AD3C"/>
      </a:accent4>
      <a:accent5>
        <a:srgbClr val="71B444"/>
      </a:accent5>
      <a:accent6>
        <a:srgbClr val="34BD36"/>
      </a:accent6>
      <a:hlink>
        <a:srgbClr val="568E8A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377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 Next LT Pro</vt:lpstr>
      <vt:lpstr>Avenir Next LT Pro Light</vt:lpstr>
      <vt:lpstr>Sitka Subheading</vt:lpstr>
      <vt:lpstr>PebbleVTI</vt:lpstr>
      <vt:lpstr>Data Analysis of NBA Minutes Played</vt:lpstr>
      <vt:lpstr>Background</vt:lpstr>
      <vt:lpstr>Question for Analysis</vt:lpstr>
      <vt:lpstr>The Dataset</vt:lpstr>
      <vt:lpstr>Exploratory Data Analysis</vt:lpstr>
      <vt:lpstr>Exploratory Data Analysis</vt:lpstr>
      <vt:lpstr>Exploratory Data Analysis</vt:lpstr>
      <vt:lpstr>Exploratory Data Analysis</vt:lpstr>
      <vt:lpstr>Models</vt:lpstr>
      <vt:lpstr>Models</vt:lpstr>
      <vt:lpstr>Models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of NBA Minutes Played</dc:title>
  <dc:creator>Grant Bartow-Winstel</dc:creator>
  <cp:lastModifiedBy>Grant Bartow-Winstel</cp:lastModifiedBy>
  <cp:revision>1</cp:revision>
  <dcterms:created xsi:type="dcterms:W3CDTF">2023-12-08T17:58:29Z</dcterms:created>
  <dcterms:modified xsi:type="dcterms:W3CDTF">2023-12-10T21:13:21Z</dcterms:modified>
</cp:coreProperties>
</file>